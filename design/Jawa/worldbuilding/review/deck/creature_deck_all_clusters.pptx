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Relationship Id="rId47" Type="http://schemas.openxmlformats.org/officeDocument/2006/relationships/image" Target="../media/image46.jpg"/><Relationship Id="rId48" Type="http://schemas.openxmlformats.org/officeDocument/2006/relationships/image" Target="../media/image47.jpg"/><Relationship Id="rId49" Type="http://schemas.openxmlformats.org/officeDocument/2006/relationships/image" Target="../media/image48.jpg"/><Relationship Id="rId50" Type="http://schemas.openxmlformats.org/officeDocument/2006/relationships/image" Target="../media/image49.jpg"/><Relationship Id="rId51" Type="http://schemas.openxmlformats.org/officeDocument/2006/relationships/image" Target="../media/image50.jpg"/><Relationship Id="rId52" Type="http://schemas.openxmlformats.org/officeDocument/2006/relationships/image" Target="../media/image51.jpg"/><Relationship Id="rId53" Type="http://schemas.openxmlformats.org/officeDocument/2006/relationships/image" Target="../media/image52.jpg"/><Relationship Id="rId54" Type="http://schemas.openxmlformats.org/officeDocument/2006/relationships/image" Target="../media/image53.jpg"/><Relationship Id="rId55" Type="http://schemas.openxmlformats.org/officeDocument/2006/relationships/image" Target="../media/image54.jpg"/><Relationship Id="rId56" Type="http://schemas.openxmlformats.org/officeDocument/2006/relationships/image" Target="../media/image55.jpg"/><Relationship Id="rId57" Type="http://schemas.openxmlformats.org/officeDocument/2006/relationships/image" Target="../media/image56.jpg"/><Relationship Id="rId58" Type="http://schemas.openxmlformats.org/officeDocument/2006/relationships/image" Target="../media/image57.jpg"/><Relationship Id="rId59" Type="http://schemas.openxmlformats.org/officeDocument/2006/relationships/image" Target="../media/image58.jpg"/><Relationship Id="rId60" Type="http://schemas.openxmlformats.org/officeDocument/2006/relationships/image" Target="../media/image59.jpg"/><Relationship Id="rId61" Type="http://schemas.openxmlformats.org/officeDocument/2006/relationships/image" Target="../media/image60.jpg"/><Relationship Id="rId62" Type="http://schemas.openxmlformats.org/officeDocument/2006/relationships/image" Target="../media/image61.jpg"/><Relationship Id="rId63" Type="http://schemas.openxmlformats.org/officeDocument/2006/relationships/image" Target="../media/image62.jpg"/><Relationship Id="rId64" Type="http://schemas.openxmlformats.org/officeDocument/2006/relationships/image" Target="../media/image63.jpg"/><Relationship Id="rId65" Type="http://schemas.openxmlformats.org/officeDocument/2006/relationships/image" Target="../media/image64.jpg"/><Relationship Id="rId66" Type="http://schemas.openxmlformats.org/officeDocument/2006/relationships/image" Target="../media/image65.jpg"/><Relationship Id="rId67" Type="http://schemas.openxmlformats.org/officeDocument/2006/relationships/image" Target="../media/image66.jpg"/><Relationship Id="rId68" Type="http://schemas.openxmlformats.org/officeDocument/2006/relationships/image" Target="../media/image67.jpg"/><Relationship Id="rId69" Type="http://schemas.openxmlformats.org/officeDocument/2006/relationships/image" Target="../media/image68.jpg"/><Relationship Id="rId70" Type="http://schemas.openxmlformats.org/officeDocument/2006/relationships/image" Target="../media/image69.jpg"/><Relationship Id="rId71" Type="http://schemas.openxmlformats.org/officeDocument/2006/relationships/image" Target="../media/image70.jpg"/><Relationship Id="rId72" Type="http://schemas.openxmlformats.org/officeDocument/2006/relationships/image" Target="../media/image71.jpg"/><Relationship Id="rId73" Type="http://schemas.openxmlformats.org/officeDocument/2006/relationships/image" Target="../media/image72.jpg"/><Relationship Id="rId74" Type="http://schemas.openxmlformats.org/officeDocument/2006/relationships/image" Target="../media/image73.jpg"/><Relationship Id="rId75" Type="http://schemas.openxmlformats.org/officeDocument/2006/relationships/image" Target="../media/image74.jpg"/><Relationship Id="rId76" Type="http://schemas.openxmlformats.org/officeDocument/2006/relationships/image" Target="../media/image75.jpg"/><Relationship Id="rId77" Type="http://schemas.openxmlformats.org/officeDocument/2006/relationships/image" Target="../media/image76.jpg"/><Relationship Id="rId78" Type="http://schemas.openxmlformats.org/officeDocument/2006/relationships/image" Target="../media/image77.jpg"/><Relationship Id="rId79" Type="http://schemas.openxmlformats.org/officeDocument/2006/relationships/image" Target="../media/image78.jpg"/><Relationship Id="rId80" Type="http://schemas.openxmlformats.org/officeDocument/2006/relationships/image" Target="../media/image79.jpg"/><Relationship Id="rId81" Type="http://schemas.openxmlformats.org/officeDocument/2006/relationships/image" Target="../media/image80.jpg"/><Relationship Id="rId82" Type="http://schemas.openxmlformats.org/officeDocument/2006/relationships/image" Target="../media/image81.jpg"/><Relationship Id="rId83" Type="http://schemas.openxmlformats.org/officeDocument/2006/relationships/image" Target="../media/image82.jpg"/><Relationship Id="rId84" Type="http://schemas.openxmlformats.org/officeDocument/2006/relationships/image" Target="../media/image83.jpg"/><Relationship Id="rId85" Type="http://schemas.openxmlformats.org/officeDocument/2006/relationships/image" Target="../media/image84.jpg"/><Relationship Id="rId86" Type="http://schemas.openxmlformats.org/officeDocument/2006/relationships/image" Target="../media/image85.jpg"/><Relationship Id="rId87" Type="http://schemas.openxmlformats.org/officeDocument/2006/relationships/image" Target="../media/image86.jpg"/><Relationship Id="rId88" Type="http://schemas.openxmlformats.org/officeDocument/2006/relationships/image" Target="../media/image87.jpg"/><Relationship Id="rId89" Type="http://schemas.openxmlformats.org/officeDocument/2006/relationships/image" Target="../media/image88.jpg"/><Relationship Id="rId90" Type="http://schemas.openxmlformats.org/officeDocument/2006/relationships/image" Target="../media/image89.jpg"/><Relationship Id="rId91" Type="http://schemas.openxmlformats.org/officeDocument/2006/relationships/image" Target="../media/image90.jpg"/><Relationship Id="rId92" Type="http://schemas.openxmlformats.org/officeDocument/2006/relationships/image" Target="../media/image9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image" Target="../media/image93.jpg"/><Relationship Id="rId4" Type="http://schemas.openxmlformats.org/officeDocument/2006/relationships/image" Target="../media/image94.jpg"/><Relationship Id="rId5" Type="http://schemas.openxmlformats.org/officeDocument/2006/relationships/image" Target="../media/image95.jpg"/><Relationship Id="rId6" Type="http://schemas.openxmlformats.org/officeDocument/2006/relationships/image" Target="../media/image96.jpg"/><Relationship Id="rId7" Type="http://schemas.openxmlformats.org/officeDocument/2006/relationships/image" Target="../media/image97.jpg"/><Relationship Id="rId8" Type="http://schemas.openxmlformats.org/officeDocument/2006/relationships/image" Target="../media/image98.jpg"/><Relationship Id="rId9" Type="http://schemas.openxmlformats.org/officeDocument/2006/relationships/image" Target="../media/image99.jpg"/><Relationship Id="rId10" Type="http://schemas.openxmlformats.org/officeDocument/2006/relationships/image" Target="../media/image100.jpg"/><Relationship Id="rId11" Type="http://schemas.openxmlformats.org/officeDocument/2006/relationships/image" Target="../media/image101.jpg"/><Relationship Id="rId12" Type="http://schemas.openxmlformats.org/officeDocument/2006/relationships/image" Target="../media/image102.jpg"/><Relationship Id="rId13" Type="http://schemas.openxmlformats.org/officeDocument/2006/relationships/image" Target="../media/image103.jpg"/><Relationship Id="rId14" Type="http://schemas.openxmlformats.org/officeDocument/2006/relationships/image" Target="../media/image104.jpg"/><Relationship Id="rId15" Type="http://schemas.openxmlformats.org/officeDocument/2006/relationships/image" Target="../media/image105.jpg"/><Relationship Id="rId16" Type="http://schemas.openxmlformats.org/officeDocument/2006/relationships/image" Target="../media/image106.jpg"/><Relationship Id="rId17" Type="http://schemas.openxmlformats.org/officeDocument/2006/relationships/image" Target="../media/image107.jpg"/><Relationship Id="rId18" Type="http://schemas.openxmlformats.org/officeDocument/2006/relationships/image" Target="../media/image108.jpg"/><Relationship Id="rId19" Type="http://schemas.openxmlformats.org/officeDocument/2006/relationships/image" Target="../media/image109.jpg"/><Relationship Id="rId20" Type="http://schemas.openxmlformats.org/officeDocument/2006/relationships/image" Target="../media/image110.jpg"/><Relationship Id="rId21" Type="http://schemas.openxmlformats.org/officeDocument/2006/relationships/image" Target="../media/image111.jpg"/><Relationship Id="rId22" Type="http://schemas.openxmlformats.org/officeDocument/2006/relationships/image" Target="../media/image112.jpg"/><Relationship Id="rId23" Type="http://schemas.openxmlformats.org/officeDocument/2006/relationships/image" Target="../media/image113.jpg"/><Relationship Id="rId24" Type="http://schemas.openxmlformats.org/officeDocument/2006/relationships/image" Target="../media/image114.jpg"/><Relationship Id="rId25" Type="http://schemas.openxmlformats.org/officeDocument/2006/relationships/image" Target="../media/image115.jpg"/><Relationship Id="rId26" Type="http://schemas.openxmlformats.org/officeDocument/2006/relationships/image" Target="../media/image116.jpg"/><Relationship Id="rId27" Type="http://schemas.openxmlformats.org/officeDocument/2006/relationships/image" Target="../media/image117.jpg"/><Relationship Id="rId28" Type="http://schemas.openxmlformats.org/officeDocument/2006/relationships/image" Target="../media/image118.jpg"/><Relationship Id="rId29" Type="http://schemas.openxmlformats.org/officeDocument/2006/relationships/image" Target="../media/image119.jpg"/><Relationship Id="rId30" Type="http://schemas.openxmlformats.org/officeDocument/2006/relationships/image" Target="../media/image120.jpg"/><Relationship Id="rId31" Type="http://schemas.openxmlformats.org/officeDocument/2006/relationships/image" Target="../media/image121.jpg"/><Relationship Id="rId32" Type="http://schemas.openxmlformats.org/officeDocument/2006/relationships/image" Target="../media/image122.jpg"/><Relationship Id="rId33" Type="http://schemas.openxmlformats.org/officeDocument/2006/relationships/image" Target="../media/image123.jpg"/><Relationship Id="rId34" Type="http://schemas.openxmlformats.org/officeDocument/2006/relationships/image" Target="../media/image124.jpg"/><Relationship Id="rId35" Type="http://schemas.openxmlformats.org/officeDocument/2006/relationships/image" Target="../media/image125.jpg"/><Relationship Id="rId36" Type="http://schemas.openxmlformats.org/officeDocument/2006/relationships/image" Target="../media/image126.jpg"/><Relationship Id="rId37" Type="http://schemas.openxmlformats.org/officeDocument/2006/relationships/image" Target="../media/image127.jpg"/><Relationship Id="rId38" Type="http://schemas.openxmlformats.org/officeDocument/2006/relationships/image" Target="../media/image128.jpg"/><Relationship Id="rId39" Type="http://schemas.openxmlformats.org/officeDocument/2006/relationships/image" Target="../media/image129.jpg"/><Relationship Id="rId40" Type="http://schemas.openxmlformats.org/officeDocument/2006/relationships/image" Target="../media/image130.jpg"/><Relationship Id="rId41" Type="http://schemas.openxmlformats.org/officeDocument/2006/relationships/image" Target="../media/image131.jpg"/><Relationship Id="rId42" Type="http://schemas.openxmlformats.org/officeDocument/2006/relationships/image" Target="../media/image132.jpg"/><Relationship Id="rId43" Type="http://schemas.openxmlformats.org/officeDocument/2006/relationships/image" Target="../media/image133.jpg"/><Relationship Id="rId44" Type="http://schemas.openxmlformats.org/officeDocument/2006/relationships/image" Target="../media/image134.jpg"/><Relationship Id="rId45" Type="http://schemas.openxmlformats.org/officeDocument/2006/relationships/image" Target="../media/image135.jpg"/><Relationship Id="rId46" Type="http://schemas.openxmlformats.org/officeDocument/2006/relationships/image" Target="../media/image136.jpg"/><Relationship Id="rId47" Type="http://schemas.openxmlformats.org/officeDocument/2006/relationships/image" Target="../media/image137.jpg"/><Relationship Id="rId48" Type="http://schemas.openxmlformats.org/officeDocument/2006/relationships/image" Target="../media/image138.jpg"/><Relationship Id="rId49" Type="http://schemas.openxmlformats.org/officeDocument/2006/relationships/image" Target="../media/image139.jpg"/><Relationship Id="rId50" Type="http://schemas.openxmlformats.org/officeDocument/2006/relationships/image" Target="../media/image140.jpg"/><Relationship Id="rId51" Type="http://schemas.openxmlformats.org/officeDocument/2006/relationships/image" Target="../media/image141.jpg"/><Relationship Id="rId52" Type="http://schemas.openxmlformats.org/officeDocument/2006/relationships/image" Target="../media/image142.jpg"/><Relationship Id="rId53" Type="http://schemas.openxmlformats.org/officeDocument/2006/relationships/image" Target="../media/image143.jpg"/><Relationship Id="rId54" Type="http://schemas.openxmlformats.org/officeDocument/2006/relationships/image" Target="../media/image144.jpg"/><Relationship Id="rId55" Type="http://schemas.openxmlformats.org/officeDocument/2006/relationships/image" Target="../media/image145.jpg"/><Relationship Id="rId56" Type="http://schemas.openxmlformats.org/officeDocument/2006/relationships/image" Target="../media/image146.jpg"/><Relationship Id="rId57" Type="http://schemas.openxmlformats.org/officeDocument/2006/relationships/image" Target="../media/image147.jpg"/><Relationship Id="rId58" Type="http://schemas.openxmlformats.org/officeDocument/2006/relationships/image" Target="../media/image148.jpg"/><Relationship Id="rId59" Type="http://schemas.openxmlformats.org/officeDocument/2006/relationships/image" Target="../media/image149.jpg"/><Relationship Id="rId60" Type="http://schemas.openxmlformats.org/officeDocument/2006/relationships/image" Target="../media/image150.jpg"/><Relationship Id="rId61" Type="http://schemas.openxmlformats.org/officeDocument/2006/relationships/image" Target="../media/image151.jpg"/><Relationship Id="rId62" Type="http://schemas.openxmlformats.org/officeDocument/2006/relationships/image" Target="../media/image152.jpg"/><Relationship Id="rId63" Type="http://schemas.openxmlformats.org/officeDocument/2006/relationships/image" Target="../media/image153.jpg"/><Relationship Id="rId64" Type="http://schemas.openxmlformats.org/officeDocument/2006/relationships/image" Target="../media/image154.jpg"/><Relationship Id="rId65" Type="http://schemas.openxmlformats.org/officeDocument/2006/relationships/image" Target="../media/image155.jpg"/><Relationship Id="rId66" Type="http://schemas.openxmlformats.org/officeDocument/2006/relationships/image" Target="../media/image156.jpg"/><Relationship Id="rId67" Type="http://schemas.openxmlformats.org/officeDocument/2006/relationships/image" Target="../media/image157.jpg"/><Relationship Id="rId68" Type="http://schemas.openxmlformats.org/officeDocument/2006/relationships/image" Target="../media/image158.jpg"/><Relationship Id="rId69" Type="http://schemas.openxmlformats.org/officeDocument/2006/relationships/image" Target="../media/image159.jpg"/><Relationship Id="rId70" Type="http://schemas.openxmlformats.org/officeDocument/2006/relationships/image" Target="../media/image160.jpg"/><Relationship Id="rId71" Type="http://schemas.openxmlformats.org/officeDocument/2006/relationships/image" Target="../media/image161.jpg"/><Relationship Id="rId72" Type="http://schemas.openxmlformats.org/officeDocument/2006/relationships/image" Target="../media/image162.jpg"/><Relationship Id="rId73" Type="http://schemas.openxmlformats.org/officeDocument/2006/relationships/image" Target="../media/image163.jpg"/><Relationship Id="rId74" Type="http://schemas.openxmlformats.org/officeDocument/2006/relationships/image" Target="../media/image164.jpg"/><Relationship Id="rId75" Type="http://schemas.openxmlformats.org/officeDocument/2006/relationships/image" Target="../media/image165.jpg"/><Relationship Id="rId76" Type="http://schemas.openxmlformats.org/officeDocument/2006/relationships/image" Target="../media/image166.jpg"/><Relationship Id="rId77" Type="http://schemas.openxmlformats.org/officeDocument/2006/relationships/image" Target="../media/image167.jpg"/><Relationship Id="rId78" Type="http://schemas.openxmlformats.org/officeDocument/2006/relationships/image" Target="../media/image168.jpg"/><Relationship Id="rId79" Type="http://schemas.openxmlformats.org/officeDocument/2006/relationships/image" Target="../media/image169.jpg"/><Relationship Id="rId80" Type="http://schemas.openxmlformats.org/officeDocument/2006/relationships/image" Target="../media/image170.jpg"/><Relationship Id="rId81" Type="http://schemas.openxmlformats.org/officeDocument/2006/relationships/image" Target="../media/image171.jpg"/><Relationship Id="rId82" Type="http://schemas.openxmlformats.org/officeDocument/2006/relationships/image" Target="../media/image172.jpg"/><Relationship Id="rId83" Type="http://schemas.openxmlformats.org/officeDocument/2006/relationships/image" Target="../media/image173.jpg"/><Relationship Id="rId84" Type="http://schemas.openxmlformats.org/officeDocument/2006/relationships/image" Target="../media/image17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Relationship Id="rId3" Type="http://schemas.openxmlformats.org/officeDocument/2006/relationships/image" Target="../media/image176.jpg"/><Relationship Id="rId4" Type="http://schemas.openxmlformats.org/officeDocument/2006/relationships/image" Target="../media/image177.jpg"/><Relationship Id="rId5" Type="http://schemas.openxmlformats.org/officeDocument/2006/relationships/image" Target="../media/image178.jpg"/><Relationship Id="rId6" Type="http://schemas.openxmlformats.org/officeDocument/2006/relationships/image" Target="../media/image179.jpg"/><Relationship Id="rId7" Type="http://schemas.openxmlformats.org/officeDocument/2006/relationships/image" Target="../media/image180.jpg"/><Relationship Id="rId8" Type="http://schemas.openxmlformats.org/officeDocument/2006/relationships/image" Target="../media/image181.jpg"/><Relationship Id="rId9" Type="http://schemas.openxmlformats.org/officeDocument/2006/relationships/image" Target="../media/image182.jpg"/><Relationship Id="rId10" Type="http://schemas.openxmlformats.org/officeDocument/2006/relationships/image" Target="../media/image183.jpg"/><Relationship Id="rId11" Type="http://schemas.openxmlformats.org/officeDocument/2006/relationships/image" Target="../media/image184.jpg"/><Relationship Id="rId12" Type="http://schemas.openxmlformats.org/officeDocument/2006/relationships/image" Target="../media/image32.jpg"/><Relationship Id="rId13" Type="http://schemas.openxmlformats.org/officeDocument/2006/relationships/image" Target="../media/image185.jpg"/><Relationship Id="rId14" Type="http://schemas.openxmlformats.org/officeDocument/2006/relationships/image" Target="../media/image186.jpg"/><Relationship Id="rId15" Type="http://schemas.openxmlformats.org/officeDocument/2006/relationships/image" Target="../media/image187.jpg"/><Relationship Id="rId16" Type="http://schemas.openxmlformats.org/officeDocument/2006/relationships/image" Target="../media/image188.jpg"/><Relationship Id="rId17" Type="http://schemas.openxmlformats.org/officeDocument/2006/relationships/image" Target="../media/image189.jpg"/><Relationship Id="rId18" Type="http://schemas.openxmlformats.org/officeDocument/2006/relationships/image" Target="../media/image190.jpg"/><Relationship Id="rId19" Type="http://schemas.openxmlformats.org/officeDocument/2006/relationships/image" Target="../media/image191.jpg"/><Relationship Id="rId20" Type="http://schemas.openxmlformats.org/officeDocument/2006/relationships/image" Target="../media/image192.jpg"/><Relationship Id="rId21" Type="http://schemas.openxmlformats.org/officeDocument/2006/relationships/image" Target="../media/image193.jpg"/><Relationship Id="rId22" Type="http://schemas.openxmlformats.org/officeDocument/2006/relationships/image" Target="../media/image194.jpg"/><Relationship Id="rId23" Type="http://schemas.openxmlformats.org/officeDocument/2006/relationships/image" Target="../media/image195.jpg"/><Relationship Id="rId24" Type="http://schemas.openxmlformats.org/officeDocument/2006/relationships/image" Target="../media/image196.jpg"/><Relationship Id="rId25" Type="http://schemas.openxmlformats.org/officeDocument/2006/relationships/image" Target="../media/image197.jpg"/><Relationship Id="rId26" Type="http://schemas.openxmlformats.org/officeDocument/2006/relationships/image" Target="../media/image198.jpg"/><Relationship Id="rId27" Type="http://schemas.openxmlformats.org/officeDocument/2006/relationships/image" Target="../media/image199.jpg"/><Relationship Id="rId28" Type="http://schemas.openxmlformats.org/officeDocument/2006/relationships/image" Target="../media/image200.jpg"/><Relationship Id="rId29" Type="http://schemas.openxmlformats.org/officeDocument/2006/relationships/image" Target="../media/image201.jpg"/><Relationship Id="rId30" Type="http://schemas.openxmlformats.org/officeDocument/2006/relationships/image" Target="../media/image202.jpg"/><Relationship Id="rId31" Type="http://schemas.openxmlformats.org/officeDocument/2006/relationships/image" Target="../media/image203.jpg"/><Relationship Id="rId32" Type="http://schemas.openxmlformats.org/officeDocument/2006/relationships/image" Target="../media/image204.jpg"/><Relationship Id="rId33" Type="http://schemas.openxmlformats.org/officeDocument/2006/relationships/image" Target="../media/image205.jpg"/><Relationship Id="rId34" Type="http://schemas.openxmlformats.org/officeDocument/2006/relationships/image" Target="../media/image206.jpg"/><Relationship Id="rId35" Type="http://schemas.openxmlformats.org/officeDocument/2006/relationships/image" Target="../media/image207.jpg"/><Relationship Id="rId36" Type="http://schemas.openxmlformats.org/officeDocument/2006/relationships/image" Target="../media/image208.jpg"/><Relationship Id="rId37" Type="http://schemas.openxmlformats.org/officeDocument/2006/relationships/image" Target="../media/image209.jpg"/><Relationship Id="rId38" Type="http://schemas.openxmlformats.org/officeDocument/2006/relationships/image" Target="../media/image210.jpg"/><Relationship Id="rId39" Type="http://schemas.openxmlformats.org/officeDocument/2006/relationships/image" Target="../media/image211.jpg"/><Relationship Id="rId40" Type="http://schemas.openxmlformats.org/officeDocument/2006/relationships/image" Target="../media/image212.jpg"/><Relationship Id="rId41" Type="http://schemas.openxmlformats.org/officeDocument/2006/relationships/image" Target="../media/image213.jpg"/><Relationship Id="rId42" Type="http://schemas.openxmlformats.org/officeDocument/2006/relationships/image" Target="../media/image214.jpg"/><Relationship Id="rId43" Type="http://schemas.openxmlformats.org/officeDocument/2006/relationships/image" Target="../media/image215.jpg"/><Relationship Id="rId44" Type="http://schemas.openxmlformats.org/officeDocument/2006/relationships/image" Target="../media/image216.jpg"/><Relationship Id="rId45" Type="http://schemas.openxmlformats.org/officeDocument/2006/relationships/image" Target="../media/image217.jpg"/><Relationship Id="rId46" Type="http://schemas.openxmlformats.org/officeDocument/2006/relationships/image" Target="../media/image218.jpg"/><Relationship Id="rId47" Type="http://schemas.openxmlformats.org/officeDocument/2006/relationships/image" Target="../media/image219.jpg"/><Relationship Id="rId48" Type="http://schemas.openxmlformats.org/officeDocument/2006/relationships/image" Target="../media/image220.jpg"/><Relationship Id="rId49" Type="http://schemas.openxmlformats.org/officeDocument/2006/relationships/image" Target="../media/image221.jpg"/><Relationship Id="rId50" Type="http://schemas.openxmlformats.org/officeDocument/2006/relationships/image" Target="../media/image222.jpg"/><Relationship Id="rId51" Type="http://schemas.openxmlformats.org/officeDocument/2006/relationships/image" Target="../media/image223.jpg"/><Relationship Id="rId52" Type="http://schemas.openxmlformats.org/officeDocument/2006/relationships/image" Target="../media/image224.jpg"/><Relationship Id="rId53" Type="http://schemas.openxmlformats.org/officeDocument/2006/relationships/image" Target="../media/image225.jpg"/><Relationship Id="rId54" Type="http://schemas.openxmlformats.org/officeDocument/2006/relationships/image" Target="../media/image226.jpg"/><Relationship Id="rId55" Type="http://schemas.openxmlformats.org/officeDocument/2006/relationships/image" Target="../media/image227.jpg"/><Relationship Id="rId56" Type="http://schemas.openxmlformats.org/officeDocument/2006/relationships/image" Target="../media/image228.jpg"/><Relationship Id="rId57" Type="http://schemas.openxmlformats.org/officeDocument/2006/relationships/image" Target="../media/image229.jpg"/><Relationship Id="rId58" Type="http://schemas.openxmlformats.org/officeDocument/2006/relationships/image" Target="../media/image230.jpg"/><Relationship Id="rId59" Type="http://schemas.openxmlformats.org/officeDocument/2006/relationships/image" Target="../media/image231.jpg"/><Relationship Id="rId60" Type="http://schemas.openxmlformats.org/officeDocument/2006/relationships/image" Target="../media/image232.jpg"/><Relationship Id="rId61" Type="http://schemas.openxmlformats.org/officeDocument/2006/relationships/image" Target="../media/image233.jpg"/><Relationship Id="rId62" Type="http://schemas.openxmlformats.org/officeDocument/2006/relationships/image" Target="../media/image234.jpg"/><Relationship Id="rId63" Type="http://schemas.openxmlformats.org/officeDocument/2006/relationships/image" Target="../media/image235.jpg"/><Relationship Id="rId64" Type="http://schemas.openxmlformats.org/officeDocument/2006/relationships/image" Target="../media/image236.jpg"/><Relationship Id="rId65" Type="http://schemas.openxmlformats.org/officeDocument/2006/relationships/image" Target="../media/image237.jpg"/><Relationship Id="rId66" Type="http://schemas.openxmlformats.org/officeDocument/2006/relationships/image" Target="../media/image238.jpg"/><Relationship Id="rId67" Type="http://schemas.openxmlformats.org/officeDocument/2006/relationships/image" Target="../media/image239.jpg"/><Relationship Id="rId68" Type="http://schemas.openxmlformats.org/officeDocument/2006/relationships/image" Target="../media/image240.jpg"/><Relationship Id="rId69" Type="http://schemas.openxmlformats.org/officeDocument/2006/relationships/image" Target="../media/image241.jpg"/><Relationship Id="rId70" Type="http://schemas.openxmlformats.org/officeDocument/2006/relationships/image" Target="../media/image242.jpg"/><Relationship Id="rId71" Type="http://schemas.openxmlformats.org/officeDocument/2006/relationships/image" Target="../media/image243.jpg"/><Relationship Id="rId72" Type="http://schemas.openxmlformats.org/officeDocument/2006/relationships/image" Target="../media/image244.jpg"/><Relationship Id="rId73" Type="http://schemas.openxmlformats.org/officeDocument/2006/relationships/image" Target="../media/image245.jpg"/><Relationship Id="rId74" Type="http://schemas.openxmlformats.org/officeDocument/2006/relationships/image" Target="../media/image246.jpg"/><Relationship Id="rId75" Type="http://schemas.openxmlformats.org/officeDocument/2006/relationships/image" Target="../media/image247.jpg"/><Relationship Id="rId76" Type="http://schemas.openxmlformats.org/officeDocument/2006/relationships/image" Target="../media/image248.jpg"/><Relationship Id="rId77" Type="http://schemas.openxmlformats.org/officeDocument/2006/relationships/image" Target="../media/image24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jpg"/><Relationship Id="rId3" Type="http://schemas.openxmlformats.org/officeDocument/2006/relationships/image" Target="../media/image251.jpg"/><Relationship Id="rId4" Type="http://schemas.openxmlformats.org/officeDocument/2006/relationships/image" Target="../media/image252.jpg"/><Relationship Id="rId5" Type="http://schemas.openxmlformats.org/officeDocument/2006/relationships/image" Target="../media/image253.jpg"/><Relationship Id="rId6" Type="http://schemas.openxmlformats.org/officeDocument/2006/relationships/image" Target="../media/image254.jpg"/><Relationship Id="rId7" Type="http://schemas.openxmlformats.org/officeDocument/2006/relationships/image" Target="../media/image255.jpg"/><Relationship Id="rId8" Type="http://schemas.openxmlformats.org/officeDocument/2006/relationships/image" Target="../media/image256.jpg"/><Relationship Id="rId9" Type="http://schemas.openxmlformats.org/officeDocument/2006/relationships/image" Target="../media/image257.jpg"/><Relationship Id="rId10" Type="http://schemas.openxmlformats.org/officeDocument/2006/relationships/image" Target="../media/image258.jpg"/><Relationship Id="rId11" Type="http://schemas.openxmlformats.org/officeDocument/2006/relationships/image" Target="../media/image259.jpg"/><Relationship Id="rId12" Type="http://schemas.openxmlformats.org/officeDocument/2006/relationships/image" Target="../media/image260.jpg"/><Relationship Id="rId13" Type="http://schemas.openxmlformats.org/officeDocument/2006/relationships/image" Target="../media/image261.jpg"/><Relationship Id="rId14" Type="http://schemas.openxmlformats.org/officeDocument/2006/relationships/image" Target="../media/image262.jpg"/><Relationship Id="rId15" Type="http://schemas.openxmlformats.org/officeDocument/2006/relationships/image" Target="../media/image263.jpg"/><Relationship Id="rId16" Type="http://schemas.openxmlformats.org/officeDocument/2006/relationships/image" Target="../media/image264.jpg"/><Relationship Id="rId17" Type="http://schemas.openxmlformats.org/officeDocument/2006/relationships/image" Target="../media/image265.jpg"/><Relationship Id="rId18" Type="http://schemas.openxmlformats.org/officeDocument/2006/relationships/image" Target="../media/image266.jpg"/><Relationship Id="rId19" Type="http://schemas.openxmlformats.org/officeDocument/2006/relationships/image" Target="../media/image267.jpg"/><Relationship Id="rId20" Type="http://schemas.openxmlformats.org/officeDocument/2006/relationships/image" Target="../media/image268.jpg"/><Relationship Id="rId21" Type="http://schemas.openxmlformats.org/officeDocument/2006/relationships/image" Target="../media/image269.jpg"/><Relationship Id="rId22" Type="http://schemas.openxmlformats.org/officeDocument/2006/relationships/image" Target="../media/image270.jpg"/><Relationship Id="rId23" Type="http://schemas.openxmlformats.org/officeDocument/2006/relationships/image" Target="../media/image271.jpg"/><Relationship Id="rId24" Type="http://schemas.openxmlformats.org/officeDocument/2006/relationships/image" Target="../media/image272.jpg"/><Relationship Id="rId25" Type="http://schemas.openxmlformats.org/officeDocument/2006/relationships/image" Target="../media/image273.jpg"/><Relationship Id="rId26" Type="http://schemas.openxmlformats.org/officeDocument/2006/relationships/image" Target="../media/image274.jpg"/><Relationship Id="rId27" Type="http://schemas.openxmlformats.org/officeDocument/2006/relationships/image" Target="../media/image275.jpg"/><Relationship Id="rId28" Type="http://schemas.openxmlformats.org/officeDocument/2006/relationships/image" Target="../media/image276.jpg"/><Relationship Id="rId29" Type="http://schemas.openxmlformats.org/officeDocument/2006/relationships/image" Target="../media/image277.jpg"/><Relationship Id="rId30" Type="http://schemas.openxmlformats.org/officeDocument/2006/relationships/image" Target="../media/image278.jpg"/><Relationship Id="rId31" Type="http://schemas.openxmlformats.org/officeDocument/2006/relationships/image" Target="../media/image279.jpg"/><Relationship Id="rId32" Type="http://schemas.openxmlformats.org/officeDocument/2006/relationships/image" Target="../media/image280.jpg"/><Relationship Id="rId33" Type="http://schemas.openxmlformats.org/officeDocument/2006/relationships/image" Target="../media/image281.jpg"/><Relationship Id="rId34" Type="http://schemas.openxmlformats.org/officeDocument/2006/relationships/image" Target="../media/image282.jpg"/><Relationship Id="rId35" Type="http://schemas.openxmlformats.org/officeDocument/2006/relationships/image" Target="../media/image283.jpg"/><Relationship Id="rId36" Type="http://schemas.openxmlformats.org/officeDocument/2006/relationships/image" Target="../media/image284.jpg"/><Relationship Id="rId37" Type="http://schemas.openxmlformats.org/officeDocument/2006/relationships/image" Target="../media/image285.jpg"/><Relationship Id="rId38" Type="http://schemas.openxmlformats.org/officeDocument/2006/relationships/image" Target="../media/image286.jpg"/><Relationship Id="rId39" Type="http://schemas.openxmlformats.org/officeDocument/2006/relationships/image" Target="../media/image287.jpg"/><Relationship Id="rId40" Type="http://schemas.openxmlformats.org/officeDocument/2006/relationships/image" Target="../media/image288.jpg"/><Relationship Id="rId41" Type="http://schemas.openxmlformats.org/officeDocument/2006/relationships/image" Target="../media/image289.jpg"/><Relationship Id="rId42" Type="http://schemas.openxmlformats.org/officeDocument/2006/relationships/image" Target="../media/image290.jpg"/><Relationship Id="rId43" Type="http://schemas.openxmlformats.org/officeDocument/2006/relationships/image" Target="../media/image291.jpg"/><Relationship Id="rId44" Type="http://schemas.openxmlformats.org/officeDocument/2006/relationships/image" Target="../media/image292.jpg"/><Relationship Id="rId45" Type="http://schemas.openxmlformats.org/officeDocument/2006/relationships/image" Target="../media/image293.jpg"/><Relationship Id="rId46" Type="http://schemas.openxmlformats.org/officeDocument/2006/relationships/image" Target="../media/image294.jpg"/><Relationship Id="rId47" Type="http://schemas.openxmlformats.org/officeDocument/2006/relationships/image" Target="../media/image295.jpg"/><Relationship Id="rId48" Type="http://schemas.openxmlformats.org/officeDocument/2006/relationships/image" Target="../media/image296.jpg"/><Relationship Id="rId49" Type="http://schemas.openxmlformats.org/officeDocument/2006/relationships/image" Target="../media/image297.jpg"/><Relationship Id="rId50" Type="http://schemas.openxmlformats.org/officeDocument/2006/relationships/image" Target="../media/image298.jpg"/><Relationship Id="rId51" Type="http://schemas.openxmlformats.org/officeDocument/2006/relationships/image" Target="../media/image299.jpg"/><Relationship Id="rId52" Type="http://schemas.openxmlformats.org/officeDocument/2006/relationships/image" Target="../media/image300.jpg"/><Relationship Id="rId53" Type="http://schemas.openxmlformats.org/officeDocument/2006/relationships/image" Target="../media/image301.jpg"/><Relationship Id="rId54" Type="http://schemas.openxmlformats.org/officeDocument/2006/relationships/image" Target="../media/image302.jpg"/><Relationship Id="rId55" Type="http://schemas.openxmlformats.org/officeDocument/2006/relationships/image" Target="../media/image303.jpg"/><Relationship Id="rId56" Type="http://schemas.openxmlformats.org/officeDocument/2006/relationships/image" Target="../media/image304.jpg"/><Relationship Id="rId57" Type="http://schemas.openxmlformats.org/officeDocument/2006/relationships/image" Target="../media/image305.jpg"/><Relationship Id="rId58" Type="http://schemas.openxmlformats.org/officeDocument/2006/relationships/image" Target="../media/image306.jpg"/><Relationship Id="rId59" Type="http://schemas.openxmlformats.org/officeDocument/2006/relationships/image" Target="../media/image307.jpg"/><Relationship Id="rId60" Type="http://schemas.openxmlformats.org/officeDocument/2006/relationships/image" Target="../media/image308.jpg"/><Relationship Id="rId61" Type="http://schemas.openxmlformats.org/officeDocument/2006/relationships/image" Target="../media/image309.jpg"/><Relationship Id="rId62" Type="http://schemas.openxmlformats.org/officeDocument/2006/relationships/image" Target="../media/image310.jpg"/><Relationship Id="rId63" Type="http://schemas.openxmlformats.org/officeDocument/2006/relationships/image" Target="../media/image311.jpg"/><Relationship Id="rId64" Type="http://schemas.openxmlformats.org/officeDocument/2006/relationships/image" Target="../media/image312.jpg"/><Relationship Id="rId65" Type="http://schemas.openxmlformats.org/officeDocument/2006/relationships/image" Target="../media/image313.jpg"/><Relationship Id="rId66" Type="http://schemas.openxmlformats.org/officeDocument/2006/relationships/image" Target="../media/image314.jpg"/><Relationship Id="rId67" Type="http://schemas.openxmlformats.org/officeDocument/2006/relationships/image" Target="../media/image315.jpg"/><Relationship Id="rId68" Type="http://schemas.openxmlformats.org/officeDocument/2006/relationships/image" Target="../media/image316.jpg"/><Relationship Id="rId69" Type="http://schemas.openxmlformats.org/officeDocument/2006/relationships/image" Target="../media/image317.jpg"/><Relationship Id="rId70" Type="http://schemas.openxmlformats.org/officeDocument/2006/relationships/image" Target="../media/image318.jpg"/><Relationship Id="rId71" Type="http://schemas.openxmlformats.org/officeDocument/2006/relationships/image" Target="../media/image319.jpg"/><Relationship Id="rId72" Type="http://schemas.openxmlformats.org/officeDocument/2006/relationships/image" Target="../media/image320.jpg"/><Relationship Id="rId73" Type="http://schemas.openxmlformats.org/officeDocument/2006/relationships/image" Target="../media/image321.jpg"/><Relationship Id="rId74" Type="http://schemas.openxmlformats.org/officeDocument/2006/relationships/image" Target="../media/image322.jpg"/><Relationship Id="rId75" Type="http://schemas.openxmlformats.org/officeDocument/2006/relationships/image" Target="../media/image323.jpg"/><Relationship Id="rId76" Type="http://schemas.openxmlformats.org/officeDocument/2006/relationships/image" Target="../media/image32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jpg"/><Relationship Id="rId3" Type="http://schemas.openxmlformats.org/officeDocument/2006/relationships/image" Target="../media/image326.jpg"/><Relationship Id="rId4" Type="http://schemas.openxmlformats.org/officeDocument/2006/relationships/image" Target="../media/image327.jpg"/><Relationship Id="rId5" Type="http://schemas.openxmlformats.org/officeDocument/2006/relationships/image" Target="../media/image328.jpg"/><Relationship Id="rId6" Type="http://schemas.openxmlformats.org/officeDocument/2006/relationships/image" Target="../media/image329.jpg"/><Relationship Id="rId7" Type="http://schemas.openxmlformats.org/officeDocument/2006/relationships/image" Target="../media/image330.jpg"/><Relationship Id="rId8" Type="http://schemas.openxmlformats.org/officeDocument/2006/relationships/image" Target="../media/image331.jpg"/><Relationship Id="rId9" Type="http://schemas.openxmlformats.org/officeDocument/2006/relationships/image" Target="../media/image332.jpg"/><Relationship Id="rId10" Type="http://schemas.openxmlformats.org/officeDocument/2006/relationships/image" Target="../media/image333.jpg"/><Relationship Id="rId11" Type="http://schemas.openxmlformats.org/officeDocument/2006/relationships/image" Target="../media/image334.jpg"/><Relationship Id="rId12" Type="http://schemas.openxmlformats.org/officeDocument/2006/relationships/image" Target="../media/image335.jpg"/><Relationship Id="rId13" Type="http://schemas.openxmlformats.org/officeDocument/2006/relationships/image" Target="../media/image336.jpg"/><Relationship Id="rId14" Type="http://schemas.openxmlformats.org/officeDocument/2006/relationships/image" Target="../media/image337.jpg"/><Relationship Id="rId15" Type="http://schemas.openxmlformats.org/officeDocument/2006/relationships/image" Target="../media/image338.jpg"/><Relationship Id="rId16" Type="http://schemas.openxmlformats.org/officeDocument/2006/relationships/image" Target="../media/image339.jpg"/><Relationship Id="rId17" Type="http://schemas.openxmlformats.org/officeDocument/2006/relationships/image" Target="../media/image340.jpg"/><Relationship Id="rId18" Type="http://schemas.openxmlformats.org/officeDocument/2006/relationships/image" Target="../media/image341.jpg"/><Relationship Id="rId19" Type="http://schemas.openxmlformats.org/officeDocument/2006/relationships/image" Target="../media/image342.jpg"/><Relationship Id="rId20" Type="http://schemas.openxmlformats.org/officeDocument/2006/relationships/image" Target="../media/image343.jpg"/><Relationship Id="rId21" Type="http://schemas.openxmlformats.org/officeDocument/2006/relationships/image" Target="../media/image344.jpg"/><Relationship Id="rId22" Type="http://schemas.openxmlformats.org/officeDocument/2006/relationships/image" Target="../media/image345.jpg"/><Relationship Id="rId23" Type="http://schemas.openxmlformats.org/officeDocument/2006/relationships/image" Target="../media/image346.jpg"/><Relationship Id="rId24" Type="http://schemas.openxmlformats.org/officeDocument/2006/relationships/image" Target="../media/image347.jpg"/><Relationship Id="rId25" Type="http://schemas.openxmlformats.org/officeDocument/2006/relationships/image" Target="../media/image348.jpg"/><Relationship Id="rId26" Type="http://schemas.openxmlformats.org/officeDocument/2006/relationships/image" Target="../media/image349.jpg"/><Relationship Id="rId27" Type="http://schemas.openxmlformats.org/officeDocument/2006/relationships/image" Target="../media/image350.jpg"/><Relationship Id="rId28" Type="http://schemas.openxmlformats.org/officeDocument/2006/relationships/image" Target="../media/image351.jpg"/><Relationship Id="rId29" Type="http://schemas.openxmlformats.org/officeDocument/2006/relationships/image" Target="../media/image352.jpg"/><Relationship Id="rId30" Type="http://schemas.openxmlformats.org/officeDocument/2006/relationships/image" Target="../media/image353.jpg"/><Relationship Id="rId31" Type="http://schemas.openxmlformats.org/officeDocument/2006/relationships/image" Target="../media/image354.jpg"/><Relationship Id="rId32" Type="http://schemas.openxmlformats.org/officeDocument/2006/relationships/image" Target="../media/image355.jpg"/><Relationship Id="rId33" Type="http://schemas.openxmlformats.org/officeDocument/2006/relationships/image" Target="../media/image356.jpg"/><Relationship Id="rId34" Type="http://schemas.openxmlformats.org/officeDocument/2006/relationships/image" Target="../media/image357.jpg"/><Relationship Id="rId35" Type="http://schemas.openxmlformats.org/officeDocument/2006/relationships/image" Target="../media/image358.jpg"/><Relationship Id="rId36" Type="http://schemas.openxmlformats.org/officeDocument/2006/relationships/image" Target="../media/image359.jpg"/><Relationship Id="rId37" Type="http://schemas.openxmlformats.org/officeDocument/2006/relationships/image" Target="../media/image360.jpg"/><Relationship Id="rId38" Type="http://schemas.openxmlformats.org/officeDocument/2006/relationships/image" Target="../media/image361.jpg"/><Relationship Id="rId39" Type="http://schemas.openxmlformats.org/officeDocument/2006/relationships/image" Target="../media/image362.jpg"/><Relationship Id="rId40" Type="http://schemas.openxmlformats.org/officeDocument/2006/relationships/image" Target="../media/image363.jpg"/><Relationship Id="rId41" Type="http://schemas.openxmlformats.org/officeDocument/2006/relationships/image" Target="../media/image364.jpg"/><Relationship Id="rId42" Type="http://schemas.openxmlformats.org/officeDocument/2006/relationships/image" Target="../media/image365.jpg"/><Relationship Id="rId43" Type="http://schemas.openxmlformats.org/officeDocument/2006/relationships/image" Target="../media/image366.jpg"/><Relationship Id="rId44" Type="http://schemas.openxmlformats.org/officeDocument/2006/relationships/image" Target="../media/image367.jpg"/><Relationship Id="rId45" Type="http://schemas.openxmlformats.org/officeDocument/2006/relationships/image" Target="../media/image368.jpg"/><Relationship Id="rId46" Type="http://schemas.openxmlformats.org/officeDocument/2006/relationships/image" Target="../media/image369.jpg"/><Relationship Id="rId47" Type="http://schemas.openxmlformats.org/officeDocument/2006/relationships/image" Target="../media/image370.jpg"/><Relationship Id="rId48" Type="http://schemas.openxmlformats.org/officeDocument/2006/relationships/image" Target="../media/image371.jpg"/><Relationship Id="rId49" Type="http://schemas.openxmlformats.org/officeDocument/2006/relationships/image" Target="../media/image372.jpg"/><Relationship Id="rId50" Type="http://schemas.openxmlformats.org/officeDocument/2006/relationships/image" Target="../media/image373.jpg"/><Relationship Id="rId51" Type="http://schemas.openxmlformats.org/officeDocument/2006/relationships/image" Target="../media/image374.jpg"/><Relationship Id="rId52" Type="http://schemas.openxmlformats.org/officeDocument/2006/relationships/image" Target="../media/image375.jpg"/><Relationship Id="rId53" Type="http://schemas.openxmlformats.org/officeDocument/2006/relationships/image" Target="../media/image376.jpg"/><Relationship Id="rId54" Type="http://schemas.openxmlformats.org/officeDocument/2006/relationships/image" Target="../media/image377.jpg"/><Relationship Id="rId55" Type="http://schemas.openxmlformats.org/officeDocument/2006/relationships/image" Target="../media/image378.jpg"/><Relationship Id="rId56" Type="http://schemas.openxmlformats.org/officeDocument/2006/relationships/image" Target="../media/image379.jpg"/><Relationship Id="rId57" Type="http://schemas.openxmlformats.org/officeDocument/2006/relationships/image" Target="../media/image380.jpg"/><Relationship Id="rId58" Type="http://schemas.openxmlformats.org/officeDocument/2006/relationships/image" Target="../media/image381.jpg"/><Relationship Id="rId59" Type="http://schemas.openxmlformats.org/officeDocument/2006/relationships/image" Target="../media/image382.jpg"/><Relationship Id="rId60" Type="http://schemas.openxmlformats.org/officeDocument/2006/relationships/image" Target="../media/image383.jpg"/><Relationship Id="rId61" Type="http://schemas.openxmlformats.org/officeDocument/2006/relationships/image" Target="../media/image384.jpg"/><Relationship Id="rId62" Type="http://schemas.openxmlformats.org/officeDocument/2006/relationships/image" Target="../media/image385.jpg"/><Relationship Id="rId63" Type="http://schemas.openxmlformats.org/officeDocument/2006/relationships/image" Target="../media/image386.jpg"/><Relationship Id="rId64" Type="http://schemas.openxmlformats.org/officeDocument/2006/relationships/image" Target="../media/image387.jpg"/><Relationship Id="rId65" Type="http://schemas.openxmlformats.org/officeDocument/2006/relationships/image" Target="../media/image388.jpg"/><Relationship Id="rId66" Type="http://schemas.openxmlformats.org/officeDocument/2006/relationships/image" Target="../media/image389.jpg"/><Relationship Id="rId67" Type="http://schemas.openxmlformats.org/officeDocument/2006/relationships/image" Target="../media/image390.jpg"/><Relationship Id="rId68" Type="http://schemas.openxmlformats.org/officeDocument/2006/relationships/image" Target="../media/image391.jpg"/><Relationship Id="rId69" Type="http://schemas.openxmlformats.org/officeDocument/2006/relationships/image" Target="../media/image392.jpg"/><Relationship Id="rId70" Type="http://schemas.openxmlformats.org/officeDocument/2006/relationships/image" Target="../media/image393.jpg"/><Relationship Id="rId71" Type="http://schemas.openxmlformats.org/officeDocument/2006/relationships/image" Target="../media/image394.jpg"/><Relationship Id="rId72" Type="http://schemas.openxmlformats.org/officeDocument/2006/relationships/image" Target="../media/image395.jpg"/><Relationship Id="rId73" Type="http://schemas.openxmlformats.org/officeDocument/2006/relationships/image" Target="../media/image396.jpg"/><Relationship Id="rId74" Type="http://schemas.openxmlformats.org/officeDocument/2006/relationships/image" Target="../media/image397.jpg"/><Relationship Id="rId75" Type="http://schemas.openxmlformats.org/officeDocument/2006/relationships/image" Target="../media/image398.jpg"/><Relationship Id="rId76" Type="http://schemas.openxmlformats.org/officeDocument/2006/relationships/image" Target="../media/image399.jpg"/><Relationship Id="rId77" Type="http://schemas.openxmlformats.org/officeDocument/2006/relationships/image" Target="../media/image40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jpg"/><Relationship Id="rId3" Type="http://schemas.openxmlformats.org/officeDocument/2006/relationships/image" Target="../media/image402.jpg"/><Relationship Id="rId4" Type="http://schemas.openxmlformats.org/officeDocument/2006/relationships/image" Target="../media/image403.jpg"/><Relationship Id="rId5" Type="http://schemas.openxmlformats.org/officeDocument/2006/relationships/image" Target="../media/image404.jpg"/><Relationship Id="rId6" Type="http://schemas.openxmlformats.org/officeDocument/2006/relationships/image" Target="../media/image405.jpg"/><Relationship Id="rId7" Type="http://schemas.openxmlformats.org/officeDocument/2006/relationships/image" Target="../media/image406.jpg"/><Relationship Id="rId8" Type="http://schemas.openxmlformats.org/officeDocument/2006/relationships/image" Target="../media/image407.jpg"/><Relationship Id="rId9" Type="http://schemas.openxmlformats.org/officeDocument/2006/relationships/image" Target="../media/image408.jpg"/><Relationship Id="rId10" Type="http://schemas.openxmlformats.org/officeDocument/2006/relationships/image" Target="../media/image409.jpg"/><Relationship Id="rId11" Type="http://schemas.openxmlformats.org/officeDocument/2006/relationships/image" Target="../media/image410.jpg"/><Relationship Id="rId12" Type="http://schemas.openxmlformats.org/officeDocument/2006/relationships/image" Target="../media/image411.jpg"/><Relationship Id="rId13" Type="http://schemas.openxmlformats.org/officeDocument/2006/relationships/image" Target="../media/image412.jpg"/><Relationship Id="rId14" Type="http://schemas.openxmlformats.org/officeDocument/2006/relationships/image" Target="../media/image413.jpg"/><Relationship Id="rId15" Type="http://schemas.openxmlformats.org/officeDocument/2006/relationships/image" Target="../media/image414.jpg"/><Relationship Id="rId16" Type="http://schemas.openxmlformats.org/officeDocument/2006/relationships/image" Target="../media/image415.jpg"/><Relationship Id="rId17" Type="http://schemas.openxmlformats.org/officeDocument/2006/relationships/image" Target="../media/image416.jpg"/><Relationship Id="rId18" Type="http://schemas.openxmlformats.org/officeDocument/2006/relationships/image" Target="../media/image417.jpg"/><Relationship Id="rId19" Type="http://schemas.openxmlformats.org/officeDocument/2006/relationships/image" Target="../media/image418.jpg"/><Relationship Id="rId20" Type="http://schemas.openxmlformats.org/officeDocument/2006/relationships/image" Target="../media/image419.jpg"/><Relationship Id="rId21" Type="http://schemas.openxmlformats.org/officeDocument/2006/relationships/image" Target="../media/image420.jpg"/><Relationship Id="rId22" Type="http://schemas.openxmlformats.org/officeDocument/2006/relationships/image" Target="../media/image421.jpg"/><Relationship Id="rId23" Type="http://schemas.openxmlformats.org/officeDocument/2006/relationships/image" Target="../media/image422.jpg"/><Relationship Id="rId24" Type="http://schemas.openxmlformats.org/officeDocument/2006/relationships/image" Target="../media/image423.jpg"/><Relationship Id="rId25" Type="http://schemas.openxmlformats.org/officeDocument/2006/relationships/image" Target="../media/image424.jpg"/><Relationship Id="rId26" Type="http://schemas.openxmlformats.org/officeDocument/2006/relationships/image" Target="../media/image425.jpg"/><Relationship Id="rId27" Type="http://schemas.openxmlformats.org/officeDocument/2006/relationships/image" Target="../media/image426.jpg"/><Relationship Id="rId28" Type="http://schemas.openxmlformats.org/officeDocument/2006/relationships/image" Target="../media/image427.jpg"/><Relationship Id="rId29" Type="http://schemas.openxmlformats.org/officeDocument/2006/relationships/image" Target="../media/image428.jpg"/><Relationship Id="rId30" Type="http://schemas.openxmlformats.org/officeDocument/2006/relationships/image" Target="../media/image429.jpg"/><Relationship Id="rId31" Type="http://schemas.openxmlformats.org/officeDocument/2006/relationships/image" Target="../media/image430.jpg"/><Relationship Id="rId32" Type="http://schemas.openxmlformats.org/officeDocument/2006/relationships/image" Target="../media/image431.jpg"/><Relationship Id="rId33" Type="http://schemas.openxmlformats.org/officeDocument/2006/relationships/image" Target="../media/image432.jpg"/><Relationship Id="rId34" Type="http://schemas.openxmlformats.org/officeDocument/2006/relationships/image" Target="../media/image433.jpg"/><Relationship Id="rId35" Type="http://schemas.openxmlformats.org/officeDocument/2006/relationships/image" Target="../media/image434.jpg"/><Relationship Id="rId36" Type="http://schemas.openxmlformats.org/officeDocument/2006/relationships/image" Target="../media/image435.jpg"/><Relationship Id="rId37" Type="http://schemas.openxmlformats.org/officeDocument/2006/relationships/image" Target="../media/image436.jpg"/><Relationship Id="rId38" Type="http://schemas.openxmlformats.org/officeDocument/2006/relationships/image" Target="../media/image437.jpg"/><Relationship Id="rId39" Type="http://schemas.openxmlformats.org/officeDocument/2006/relationships/image" Target="../media/image438.jpg"/><Relationship Id="rId40" Type="http://schemas.openxmlformats.org/officeDocument/2006/relationships/image" Target="../media/image439.jpg"/><Relationship Id="rId41" Type="http://schemas.openxmlformats.org/officeDocument/2006/relationships/image" Target="../media/image440.jpg"/><Relationship Id="rId42" Type="http://schemas.openxmlformats.org/officeDocument/2006/relationships/image" Target="../media/image441.jpg"/><Relationship Id="rId43" Type="http://schemas.openxmlformats.org/officeDocument/2006/relationships/image" Target="../media/image442.jpg"/><Relationship Id="rId44" Type="http://schemas.openxmlformats.org/officeDocument/2006/relationships/image" Target="../media/image443.jpg"/><Relationship Id="rId45" Type="http://schemas.openxmlformats.org/officeDocument/2006/relationships/image" Target="../media/image444.jpg"/><Relationship Id="rId46" Type="http://schemas.openxmlformats.org/officeDocument/2006/relationships/image" Target="../media/image445.jpg"/><Relationship Id="rId47" Type="http://schemas.openxmlformats.org/officeDocument/2006/relationships/image" Target="../media/image446.jpg"/><Relationship Id="rId48" Type="http://schemas.openxmlformats.org/officeDocument/2006/relationships/image" Target="../media/image447.jpg"/><Relationship Id="rId49" Type="http://schemas.openxmlformats.org/officeDocument/2006/relationships/image" Target="../media/image448.jpg"/><Relationship Id="rId50" Type="http://schemas.openxmlformats.org/officeDocument/2006/relationships/image" Target="../media/image449.jpg"/><Relationship Id="rId51" Type="http://schemas.openxmlformats.org/officeDocument/2006/relationships/image" Target="../media/image450.jpg"/><Relationship Id="rId52" Type="http://schemas.openxmlformats.org/officeDocument/2006/relationships/image" Target="../media/image451.jpg"/><Relationship Id="rId53" Type="http://schemas.openxmlformats.org/officeDocument/2006/relationships/image" Target="../media/image452.jpg"/><Relationship Id="rId54" Type="http://schemas.openxmlformats.org/officeDocument/2006/relationships/image" Target="../media/image453.jpg"/><Relationship Id="rId55" Type="http://schemas.openxmlformats.org/officeDocument/2006/relationships/image" Target="../media/image454.jpg"/><Relationship Id="rId56" Type="http://schemas.openxmlformats.org/officeDocument/2006/relationships/image" Target="../media/image455.jpg"/><Relationship Id="rId57" Type="http://schemas.openxmlformats.org/officeDocument/2006/relationships/image" Target="../media/image456.jpg"/><Relationship Id="rId58" Type="http://schemas.openxmlformats.org/officeDocument/2006/relationships/image" Target="../media/image457.jpg"/><Relationship Id="rId59" Type="http://schemas.openxmlformats.org/officeDocument/2006/relationships/image" Target="../media/image458.jpg"/><Relationship Id="rId60" Type="http://schemas.openxmlformats.org/officeDocument/2006/relationships/image" Target="../media/image459.jpg"/><Relationship Id="rId61" Type="http://schemas.openxmlformats.org/officeDocument/2006/relationships/image" Target="../media/image460.jpg"/><Relationship Id="rId62" Type="http://schemas.openxmlformats.org/officeDocument/2006/relationships/image" Target="../media/image461.jpg"/><Relationship Id="rId63" Type="http://schemas.openxmlformats.org/officeDocument/2006/relationships/image" Target="../media/image462.jpg"/><Relationship Id="rId64" Type="http://schemas.openxmlformats.org/officeDocument/2006/relationships/image" Target="../media/image463.jpg"/><Relationship Id="rId65" Type="http://schemas.openxmlformats.org/officeDocument/2006/relationships/image" Target="../media/image464.jpg"/><Relationship Id="rId66" Type="http://schemas.openxmlformats.org/officeDocument/2006/relationships/image" Target="../media/image465.jpg"/><Relationship Id="rId67" Type="http://schemas.openxmlformats.org/officeDocument/2006/relationships/image" Target="../media/image466.jpg"/><Relationship Id="rId68" Type="http://schemas.openxmlformats.org/officeDocument/2006/relationships/image" Target="../media/image467.jpg"/><Relationship Id="rId69" Type="http://schemas.openxmlformats.org/officeDocument/2006/relationships/image" Target="../media/image468.jpg"/><Relationship Id="rId70" Type="http://schemas.openxmlformats.org/officeDocument/2006/relationships/image" Target="../media/image469.jpg"/><Relationship Id="rId71" Type="http://schemas.openxmlformats.org/officeDocument/2006/relationships/image" Target="../media/image470.jpg"/><Relationship Id="rId72" Type="http://schemas.openxmlformats.org/officeDocument/2006/relationships/image" Target="../media/image471.jpg"/><Relationship Id="rId73" Type="http://schemas.openxmlformats.org/officeDocument/2006/relationships/image" Target="../media/image472.jpg"/><Relationship Id="rId74" Type="http://schemas.openxmlformats.org/officeDocument/2006/relationships/image" Target="../media/image473.jpg"/><Relationship Id="rId75" Type="http://schemas.openxmlformats.org/officeDocument/2006/relationships/image" Target="../media/image474.jpg"/><Relationship Id="rId76" Type="http://schemas.openxmlformats.org/officeDocument/2006/relationships/image" Target="../media/image475.jpg"/><Relationship Id="rId77" Type="http://schemas.openxmlformats.org/officeDocument/2006/relationships/image" Target="../media/image47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jpg"/><Relationship Id="rId3" Type="http://schemas.openxmlformats.org/officeDocument/2006/relationships/image" Target="../media/image478.jpg"/><Relationship Id="rId4" Type="http://schemas.openxmlformats.org/officeDocument/2006/relationships/image" Target="../media/image239.jpg"/><Relationship Id="rId5" Type="http://schemas.openxmlformats.org/officeDocument/2006/relationships/image" Target="../media/image479.jpg"/><Relationship Id="rId6" Type="http://schemas.openxmlformats.org/officeDocument/2006/relationships/image" Target="../media/image480.jpg"/><Relationship Id="rId7" Type="http://schemas.openxmlformats.org/officeDocument/2006/relationships/image" Target="../media/image481.jpg"/><Relationship Id="rId8" Type="http://schemas.openxmlformats.org/officeDocument/2006/relationships/image" Target="../media/image48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3.jpg"/><Relationship Id="rId3" Type="http://schemas.openxmlformats.org/officeDocument/2006/relationships/image" Target="../media/image484.jpg"/><Relationship Id="rId4" Type="http://schemas.openxmlformats.org/officeDocument/2006/relationships/image" Target="../media/image485.jpg"/><Relationship Id="rId5" Type="http://schemas.openxmlformats.org/officeDocument/2006/relationships/image" Target="../media/image486.jpg"/><Relationship Id="rId6" Type="http://schemas.openxmlformats.org/officeDocument/2006/relationships/image" Target="../media/image487.jpg"/><Relationship Id="rId7" Type="http://schemas.openxmlformats.org/officeDocument/2006/relationships/image" Target="../media/image488.jpg"/><Relationship Id="rId8" Type="http://schemas.openxmlformats.org/officeDocument/2006/relationships/image" Target="../media/image489.jpg"/><Relationship Id="rId9" Type="http://schemas.openxmlformats.org/officeDocument/2006/relationships/image" Target="../media/image490.jpg"/><Relationship Id="rId10" Type="http://schemas.openxmlformats.org/officeDocument/2006/relationships/image" Target="../media/image491.jpg"/><Relationship Id="rId11" Type="http://schemas.openxmlformats.org/officeDocument/2006/relationships/image" Target="../media/image492.jpg"/><Relationship Id="rId12" Type="http://schemas.openxmlformats.org/officeDocument/2006/relationships/image" Target="../media/image493.jpg"/><Relationship Id="rId13" Type="http://schemas.openxmlformats.org/officeDocument/2006/relationships/image" Target="../media/image494.jpg"/><Relationship Id="rId14" Type="http://schemas.openxmlformats.org/officeDocument/2006/relationships/image" Target="../media/image495.jpg"/><Relationship Id="rId15" Type="http://schemas.openxmlformats.org/officeDocument/2006/relationships/image" Target="../media/image496.jpg"/><Relationship Id="rId16" Type="http://schemas.openxmlformats.org/officeDocument/2006/relationships/image" Target="../media/image497.jpg"/><Relationship Id="rId17" Type="http://schemas.openxmlformats.org/officeDocument/2006/relationships/image" Target="../media/image498.jpg"/><Relationship Id="rId18" Type="http://schemas.openxmlformats.org/officeDocument/2006/relationships/image" Target="../media/image499.jpg"/><Relationship Id="rId19" Type="http://schemas.openxmlformats.org/officeDocument/2006/relationships/image" Target="../media/image500.jpg"/><Relationship Id="rId20" Type="http://schemas.openxmlformats.org/officeDocument/2006/relationships/image" Target="../media/image501.jpg"/><Relationship Id="rId21" Type="http://schemas.openxmlformats.org/officeDocument/2006/relationships/image" Target="../media/image502.jpg"/><Relationship Id="rId22" Type="http://schemas.openxmlformats.org/officeDocument/2006/relationships/image" Target="../media/image503.jpg"/><Relationship Id="rId23" Type="http://schemas.openxmlformats.org/officeDocument/2006/relationships/image" Target="../media/image504.jpg"/><Relationship Id="rId24" Type="http://schemas.openxmlformats.org/officeDocument/2006/relationships/image" Target="../media/image505.jpg"/><Relationship Id="rId25" Type="http://schemas.openxmlformats.org/officeDocument/2006/relationships/image" Target="../media/image506.jpg"/><Relationship Id="rId26" Type="http://schemas.openxmlformats.org/officeDocument/2006/relationships/image" Target="../media/image507.jpg"/><Relationship Id="rId27" Type="http://schemas.openxmlformats.org/officeDocument/2006/relationships/image" Target="../media/image508.jpg"/><Relationship Id="rId28" Type="http://schemas.openxmlformats.org/officeDocument/2006/relationships/image" Target="../media/image509.jpg"/><Relationship Id="rId29" Type="http://schemas.openxmlformats.org/officeDocument/2006/relationships/image" Target="../media/image510.jpg"/><Relationship Id="rId30" Type="http://schemas.openxmlformats.org/officeDocument/2006/relationships/image" Target="../media/image511.jpg"/><Relationship Id="rId31" Type="http://schemas.openxmlformats.org/officeDocument/2006/relationships/image" Target="../media/image512.jpg"/><Relationship Id="rId32" Type="http://schemas.openxmlformats.org/officeDocument/2006/relationships/image" Target="../media/image513.jpg"/><Relationship Id="rId33" Type="http://schemas.openxmlformats.org/officeDocument/2006/relationships/image" Target="../media/image514.jpg"/><Relationship Id="rId34" Type="http://schemas.openxmlformats.org/officeDocument/2006/relationships/image" Target="../media/image515.jpg"/><Relationship Id="rId35" Type="http://schemas.openxmlformats.org/officeDocument/2006/relationships/image" Target="../media/image516.jpg"/><Relationship Id="rId36" Type="http://schemas.openxmlformats.org/officeDocument/2006/relationships/image" Target="../media/image517.jpg"/><Relationship Id="rId37" Type="http://schemas.openxmlformats.org/officeDocument/2006/relationships/image" Target="../media/image518.jpg"/><Relationship Id="rId38" Type="http://schemas.openxmlformats.org/officeDocument/2006/relationships/image" Target="../media/image519.jpg"/><Relationship Id="rId39" Type="http://schemas.openxmlformats.org/officeDocument/2006/relationships/image" Target="../media/image520.jpg"/><Relationship Id="rId40" Type="http://schemas.openxmlformats.org/officeDocument/2006/relationships/image" Target="../media/image521.jpg"/><Relationship Id="rId41" Type="http://schemas.openxmlformats.org/officeDocument/2006/relationships/image" Target="../media/image522.jpg"/><Relationship Id="rId42" Type="http://schemas.openxmlformats.org/officeDocument/2006/relationships/image" Target="../media/image523.jpg"/><Relationship Id="rId43" Type="http://schemas.openxmlformats.org/officeDocument/2006/relationships/image" Target="../media/image524.jpg"/><Relationship Id="rId44" Type="http://schemas.openxmlformats.org/officeDocument/2006/relationships/image" Target="../media/image525.jpg"/><Relationship Id="rId45" Type="http://schemas.openxmlformats.org/officeDocument/2006/relationships/image" Target="../media/image526.jpg"/><Relationship Id="rId46" Type="http://schemas.openxmlformats.org/officeDocument/2006/relationships/image" Target="../media/image527.jpg"/><Relationship Id="rId47" Type="http://schemas.openxmlformats.org/officeDocument/2006/relationships/image" Target="../media/image528.jpg"/><Relationship Id="rId48" Type="http://schemas.openxmlformats.org/officeDocument/2006/relationships/image" Target="../media/image5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0.jpg"/><Relationship Id="rId3" Type="http://schemas.openxmlformats.org/officeDocument/2006/relationships/image" Target="../media/image531.jpg"/><Relationship Id="rId4" Type="http://schemas.openxmlformats.org/officeDocument/2006/relationships/image" Target="../media/image532.jpg"/><Relationship Id="rId5" Type="http://schemas.openxmlformats.org/officeDocument/2006/relationships/image" Target="../media/image533.jpg"/><Relationship Id="rId6" Type="http://schemas.openxmlformats.org/officeDocument/2006/relationships/image" Target="../media/image534.jpg"/><Relationship Id="rId7" Type="http://schemas.openxmlformats.org/officeDocument/2006/relationships/image" Target="../media/image535.jpg"/><Relationship Id="rId8" Type="http://schemas.openxmlformats.org/officeDocument/2006/relationships/image" Target="../media/image536.jpg"/><Relationship Id="rId9" Type="http://schemas.openxmlformats.org/officeDocument/2006/relationships/image" Target="../media/image537.jpg"/><Relationship Id="rId10" Type="http://schemas.openxmlformats.org/officeDocument/2006/relationships/image" Target="../media/image538.jpg"/><Relationship Id="rId11" Type="http://schemas.openxmlformats.org/officeDocument/2006/relationships/image" Target="../media/image539.jpg"/><Relationship Id="rId12" Type="http://schemas.openxmlformats.org/officeDocument/2006/relationships/image" Target="../media/image540.jpg"/><Relationship Id="rId13" Type="http://schemas.openxmlformats.org/officeDocument/2006/relationships/image" Target="../media/image541.jpg"/><Relationship Id="rId14" Type="http://schemas.openxmlformats.org/officeDocument/2006/relationships/image" Target="../media/image542.jpg"/><Relationship Id="rId15" Type="http://schemas.openxmlformats.org/officeDocument/2006/relationships/image" Target="../media/image543.jpg"/><Relationship Id="rId16" Type="http://schemas.openxmlformats.org/officeDocument/2006/relationships/image" Target="../media/image544.jpg"/><Relationship Id="rId17" Type="http://schemas.openxmlformats.org/officeDocument/2006/relationships/image" Target="../media/image545.jpg"/><Relationship Id="rId18" Type="http://schemas.openxmlformats.org/officeDocument/2006/relationships/image" Target="../media/image546.jpg"/><Relationship Id="rId19" Type="http://schemas.openxmlformats.org/officeDocument/2006/relationships/image" Target="../media/image547.jpg"/><Relationship Id="rId20" Type="http://schemas.openxmlformats.org/officeDocument/2006/relationships/image" Target="../media/image548.jpg"/><Relationship Id="rId21" Type="http://schemas.openxmlformats.org/officeDocument/2006/relationships/image" Target="../media/image549.jpg"/><Relationship Id="rId22" Type="http://schemas.openxmlformats.org/officeDocument/2006/relationships/image" Target="../media/image550.jpg"/><Relationship Id="rId23" Type="http://schemas.openxmlformats.org/officeDocument/2006/relationships/image" Target="../media/image551.jpg"/><Relationship Id="rId24" Type="http://schemas.openxmlformats.org/officeDocument/2006/relationships/image" Target="../media/image552.jpg"/><Relationship Id="rId25" Type="http://schemas.openxmlformats.org/officeDocument/2006/relationships/image" Target="../media/image553.jpg"/><Relationship Id="rId26" Type="http://schemas.openxmlformats.org/officeDocument/2006/relationships/image" Target="../media/image554.jpg"/><Relationship Id="rId27" Type="http://schemas.openxmlformats.org/officeDocument/2006/relationships/image" Target="../media/image555.jpg"/><Relationship Id="rId28" Type="http://schemas.openxmlformats.org/officeDocument/2006/relationships/image" Target="../media/image556.jpg"/><Relationship Id="rId29" Type="http://schemas.openxmlformats.org/officeDocument/2006/relationships/image" Target="../media/image557.jpg"/><Relationship Id="rId30" Type="http://schemas.openxmlformats.org/officeDocument/2006/relationships/image" Target="../media/image558.jpg"/><Relationship Id="rId31" Type="http://schemas.openxmlformats.org/officeDocument/2006/relationships/image" Target="../media/image559.jpg"/><Relationship Id="rId32" Type="http://schemas.openxmlformats.org/officeDocument/2006/relationships/image" Target="../media/image560.jpg"/><Relationship Id="rId33" Type="http://schemas.openxmlformats.org/officeDocument/2006/relationships/image" Target="../media/image561.jpg"/><Relationship Id="rId34" Type="http://schemas.openxmlformats.org/officeDocument/2006/relationships/image" Target="../media/image562.jpg"/><Relationship Id="rId35" Type="http://schemas.openxmlformats.org/officeDocument/2006/relationships/image" Target="../media/image563.jpg"/><Relationship Id="rId36" Type="http://schemas.openxmlformats.org/officeDocument/2006/relationships/image" Target="../media/image564.jpg"/><Relationship Id="rId37" Type="http://schemas.openxmlformats.org/officeDocument/2006/relationships/image" Target="../media/image565.jpg"/><Relationship Id="rId38" Type="http://schemas.openxmlformats.org/officeDocument/2006/relationships/image" Target="../media/image566.jpg"/><Relationship Id="rId39" Type="http://schemas.openxmlformats.org/officeDocument/2006/relationships/image" Target="../media/image56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8.jpg"/><Relationship Id="rId3" Type="http://schemas.openxmlformats.org/officeDocument/2006/relationships/image" Target="../media/image569.jpg"/><Relationship Id="rId4" Type="http://schemas.openxmlformats.org/officeDocument/2006/relationships/image" Target="../media/image570.jpg"/><Relationship Id="rId5" Type="http://schemas.openxmlformats.org/officeDocument/2006/relationships/image" Target="../media/image571.jpg"/><Relationship Id="rId6" Type="http://schemas.openxmlformats.org/officeDocument/2006/relationships/image" Target="../media/image572.jpg"/><Relationship Id="rId7" Type="http://schemas.openxmlformats.org/officeDocument/2006/relationships/image" Target="../media/image573.jpg"/><Relationship Id="rId8" Type="http://schemas.openxmlformats.org/officeDocument/2006/relationships/image" Target="../media/image574.jpg"/><Relationship Id="rId9" Type="http://schemas.openxmlformats.org/officeDocument/2006/relationships/image" Target="../media/image575.jpg"/><Relationship Id="rId10" Type="http://schemas.openxmlformats.org/officeDocument/2006/relationships/image" Target="../media/image576.jpg"/><Relationship Id="rId11" Type="http://schemas.openxmlformats.org/officeDocument/2006/relationships/image" Target="../media/image577.jpg"/><Relationship Id="rId12" Type="http://schemas.openxmlformats.org/officeDocument/2006/relationships/image" Target="../media/image578.jpg"/><Relationship Id="rId13" Type="http://schemas.openxmlformats.org/officeDocument/2006/relationships/image" Target="../media/image579.jpg"/><Relationship Id="rId14" Type="http://schemas.openxmlformats.org/officeDocument/2006/relationships/image" Target="../media/image580.jpg"/><Relationship Id="rId15" Type="http://schemas.openxmlformats.org/officeDocument/2006/relationships/image" Target="../media/image581.jpg"/><Relationship Id="rId16" Type="http://schemas.openxmlformats.org/officeDocument/2006/relationships/image" Target="../media/image582.jpg"/><Relationship Id="rId17" Type="http://schemas.openxmlformats.org/officeDocument/2006/relationships/image" Target="../media/image583.jpg"/><Relationship Id="rId18" Type="http://schemas.openxmlformats.org/officeDocument/2006/relationships/image" Target="../media/image584.jpg"/><Relationship Id="rId19" Type="http://schemas.openxmlformats.org/officeDocument/2006/relationships/image" Target="../media/image585.jpg"/><Relationship Id="rId20" Type="http://schemas.openxmlformats.org/officeDocument/2006/relationships/image" Target="../media/image586.jpg"/><Relationship Id="rId21" Type="http://schemas.openxmlformats.org/officeDocument/2006/relationships/image" Target="../media/image587.jpg"/><Relationship Id="rId22" Type="http://schemas.openxmlformats.org/officeDocument/2006/relationships/image" Target="../media/image588.jpg"/><Relationship Id="rId23" Type="http://schemas.openxmlformats.org/officeDocument/2006/relationships/image" Target="../media/image589.jpg"/><Relationship Id="rId24" Type="http://schemas.openxmlformats.org/officeDocument/2006/relationships/image" Target="../media/image590.jpg"/><Relationship Id="rId25" Type="http://schemas.openxmlformats.org/officeDocument/2006/relationships/image" Target="../media/image591.jpg"/><Relationship Id="rId26" Type="http://schemas.openxmlformats.org/officeDocument/2006/relationships/image" Target="../media/image592.jpg"/><Relationship Id="rId27" Type="http://schemas.openxmlformats.org/officeDocument/2006/relationships/image" Target="../media/image593.jpg"/><Relationship Id="rId28" Type="http://schemas.openxmlformats.org/officeDocument/2006/relationships/image" Target="../media/image594.jpg"/><Relationship Id="rId29" Type="http://schemas.openxmlformats.org/officeDocument/2006/relationships/image" Target="../media/image595.jpg"/><Relationship Id="rId30" Type="http://schemas.openxmlformats.org/officeDocument/2006/relationships/image" Target="../media/image596.jpg"/><Relationship Id="rId31" Type="http://schemas.openxmlformats.org/officeDocument/2006/relationships/image" Target="../media/image597.jpg"/><Relationship Id="rId32" Type="http://schemas.openxmlformats.org/officeDocument/2006/relationships/image" Target="../media/image59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9.jpg"/><Relationship Id="rId3" Type="http://schemas.openxmlformats.org/officeDocument/2006/relationships/image" Target="../media/image600.jpg"/><Relationship Id="rId4" Type="http://schemas.openxmlformats.org/officeDocument/2006/relationships/image" Target="../media/image601.jpg"/><Relationship Id="rId5" Type="http://schemas.openxmlformats.org/officeDocument/2006/relationships/image" Target="../media/image602.jpg"/><Relationship Id="rId6" Type="http://schemas.openxmlformats.org/officeDocument/2006/relationships/image" Target="../media/image603.jpg"/><Relationship Id="rId7" Type="http://schemas.openxmlformats.org/officeDocument/2006/relationships/image" Target="../media/image604.jpg"/><Relationship Id="rId8" Type="http://schemas.openxmlformats.org/officeDocument/2006/relationships/image" Target="../media/image605.jpg"/><Relationship Id="rId9" Type="http://schemas.openxmlformats.org/officeDocument/2006/relationships/image" Target="../media/image606.jpg"/><Relationship Id="rId10" Type="http://schemas.openxmlformats.org/officeDocument/2006/relationships/image" Target="../media/image607.jpg"/><Relationship Id="rId11" Type="http://schemas.openxmlformats.org/officeDocument/2006/relationships/image" Target="../media/image608.jpg"/><Relationship Id="rId12" Type="http://schemas.openxmlformats.org/officeDocument/2006/relationships/image" Target="../media/image609.jpg"/><Relationship Id="rId13" Type="http://schemas.openxmlformats.org/officeDocument/2006/relationships/image" Target="../media/image610.jpg"/><Relationship Id="rId14" Type="http://schemas.openxmlformats.org/officeDocument/2006/relationships/image" Target="../media/image611.jpg"/><Relationship Id="rId15" Type="http://schemas.openxmlformats.org/officeDocument/2006/relationships/image" Target="../media/image612.jpg"/><Relationship Id="rId16" Type="http://schemas.openxmlformats.org/officeDocument/2006/relationships/image" Target="../media/image613.jpg"/><Relationship Id="rId17" Type="http://schemas.openxmlformats.org/officeDocument/2006/relationships/image" Target="../media/image614.jpg"/><Relationship Id="rId18" Type="http://schemas.openxmlformats.org/officeDocument/2006/relationships/image" Target="../media/image615.jpg"/><Relationship Id="rId19" Type="http://schemas.openxmlformats.org/officeDocument/2006/relationships/image" Target="../media/image616.jpg"/><Relationship Id="rId20" Type="http://schemas.openxmlformats.org/officeDocument/2006/relationships/image" Target="../media/image617.jpg"/><Relationship Id="rId21" Type="http://schemas.openxmlformats.org/officeDocument/2006/relationships/image" Target="../media/image618.jpg"/><Relationship Id="rId22" Type="http://schemas.openxmlformats.org/officeDocument/2006/relationships/image" Target="../media/image619.jpg"/><Relationship Id="rId23" Type="http://schemas.openxmlformats.org/officeDocument/2006/relationships/image" Target="../media/image620.jpg"/><Relationship Id="rId24" Type="http://schemas.openxmlformats.org/officeDocument/2006/relationships/image" Target="../media/image621.jpg"/><Relationship Id="rId25" Type="http://schemas.openxmlformats.org/officeDocument/2006/relationships/image" Target="../media/image622.jpg"/><Relationship Id="rId26" Type="http://schemas.openxmlformats.org/officeDocument/2006/relationships/image" Target="../media/image62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4.jpg"/><Relationship Id="rId3" Type="http://schemas.openxmlformats.org/officeDocument/2006/relationships/image" Target="../media/image625.jpg"/><Relationship Id="rId4" Type="http://schemas.openxmlformats.org/officeDocument/2006/relationships/image" Target="../media/image626.jpg"/><Relationship Id="rId5" Type="http://schemas.openxmlformats.org/officeDocument/2006/relationships/image" Target="../media/image627.jpg"/><Relationship Id="rId6" Type="http://schemas.openxmlformats.org/officeDocument/2006/relationships/image" Target="../media/image628.jpg"/><Relationship Id="rId7" Type="http://schemas.openxmlformats.org/officeDocument/2006/relationships/image" Target="../media/image629.jpg"/><Relationship Id="rId8" Type="http://schemas.openxmlformats.org/officeDocument/2006/relationships/image" Target="../media/image630.jpg"/><Relationship Id="rId9" Type="http://schemas.openxmlformats.org/officeDocument/2006/relationships/image" Target="../media/image631.jpg"/><Relationship Id="rId10" Type="http://schemas.openxmlformats.org/officeDocument/2006/relationships/image" Target="../media/image632.jpg"/><Relationship Id="rId11" Type="http://schemas.openxmlformats.org/officeDocument/2006/relationships/image" Target="../media/image633.jpg"/><Relationship Id="rId12" Type="http://schemas.openxmlformats.org/officeDocument/2006/relationships/image" Target="../media/image634.jpg"/><Relationship Id="rId13" Type="http://schemas.openxmlformats.org/officeDocument/2006/relationships/image" Target="../media/image635.jpg"/><Relationship Id="rId14" Type="http://schemas.openxmlformats.org/officeDocument/2006/relationships/image" Target="../media/image636.jpg"/><Relationship Id="rId15" Type="http://schemas.openxmlformats.org/officeDocument/2006/relationships/image" Target="../media/image637.jpg"/><Relationship Id="rId16" Type="http://schemas.openxmlformats.org/officeDocument/2006/relationships/image" Target="../media/image638.jpg"/><Relationship Id="rId17" Type="http://schemas.openxmlformats.org/officeDocument/2006/relationships/image" Target="../media/image639.jpg"/><Relationship Id="rId18" Type="http://schemas.openxmlformats.org/officeDocument/2006/relationships/image" Target="../media/image640.jpg"/><Relationship Id="rId19" Type="http://schemas.openxmlformats.org/officeDocument/2006/relationships/image" Target="../media/image641.jpg"/><Relationship Id="rId20" Type="http://schemas.openxmlformats.org/officeDocument/2006/relationships/image" Target="../media/image642.jpg"/><Relationship Id="rId21" Type="http://schemas.openxmlformats.org/officeDocument/2006/relationships/image" Target="../media/image643.jpg"/><Relationship Id="rId22" Type="http://schemas.openxmlformats.org/officeDocument/2006/relationships/image" Target="../media/image74.jpg"/><Relationship Id="rId23" Type="http://schemas.openxmlformats.org/officeDocument/2006/relationships/image" Target="../media/image64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5.jpg"/><Relationship Id="rId3" Type="http://schemas.openxmlformats.org/officeDocument/2006/relationships/image" Target="../media/image646.jpg"/><Relationship Id="rId4" Type="http://schemas.openxmlformats.org/officeDocument/2006/relationships/image" Target="../media/image647.jpg"/><Relationship Id="rId5" Type="http://schemas.openxmlformats.org/officeDocument/2006/relationships/image" Target="../media/image648.jpg"/><Relationship Id="rId6" Type="http://schemas.openxmlformats.org/officeDocument/2006/relationships/image" Target="../media/image649.jpg"/><Relationship Id="rId7" Type="http://schemas.openxmlformats.org/officeDocument/2006/relationships/image" Target="../media/image650.jpg"/><Relationship Id="rId8" Type="http://schemas.openxmlformats.org/officeDocument/2006/relationships/image" Target="../media/image651.jpg"/><Relationship Id="rId9" Type="http://schemas.openxmlformats.org/officeDocument/2006/relationships/image" Target="../media/image652.jpg"/><Relationship Id="rId10" Type="http://schemas.openxmlformats.org/officeDocument/2006/relationships/image" Target="../media/image653.jpg"/><Relationship Id="rId11" Type="http://schemas.openxmlformats.org/officeDocument/2006/relationships/image" Target="../media/image654.jpg"/><Relationship Id="rId12" Type="http://schemas.openxmlformats.org/officeDocument/2006/relationships/image" Target="../media/image655.jpg"/><Relationship Id="rId13" Type="http://schemas.openxmlformats.org/officeDocument/2006/relationships/image" Target="../media/image656.jpg"/><Relationship Id="rId14" Type="http://schemas.openxmlformats.org/officeDocument/2006/relationships/image" Target="../media/image657.jpg"/><Relationship Id="rId15" Type="http://schemas.openxmlformats.org/officeDocument/2006/relationships/image" Target="../media/image658.jpg"/><Relationship Id="rId16" Type="http://schemas.openxmlformats.org/officeDocument/2006/relationships/image" Target="../media/image659.jpg"/><Relationship Id="rId17" Type="http://schemas.openxmlformats.org/officeDocument/2006/relationships/image" Target="../media/image660.jpg"/><Relationship Id="rId18" Type="http://schemas.openxmlformats.org/officeDocument/2006/relationships/image" Target="../media/image661.jpg"/><Relationship Id="rId19" Type="http://schemas.openxmlformats.org/officeDocument/2006/relationships/image" Target="../media/image662.jpg"/><Relationship Id="rId20" Type="http://schemas.openxmlformats.org/officeDocument/2006/relationships/image" Target="../media/image663.jpg"/><Relationship Id="rId21" Type="http://schemas.openxmlformats.org/officeDocument/2006/relationships/image" Target="../media/image664.jpg"/><Relationship Id="rId22" Type="http://schemas.openxmlformats.org/officeDocument/2006/relationships/image" Target="../media/image665.jpg"/><Relationship Id="rId23" Type="http://schemas.openxmlformats.org/officeDocument/2006/relationships/image" Target="../media/image666.jpg"/><Relationship Id="rId24" Type="http://schemas.openxmlformats.org/officeDocument/2006/relationships/image" Target="../media/image66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8.jpg"/><Relationship Id="rId3" Type="http://schemas.openxmlformats.org/officeDocument/2006/relationships/image" Target="../media/image669.jpg"/><Relationship Id="rId4" Type="http://schemas.openxmlformats.org/officeDocument/2006/relationships/image" Target="../media/image670.jpg"/><Relationship Id="rId5" Type="http://schemas.openxmlformats.org/officeDocument/2006/relationships/image" Target="../media/image671.jpg"/><Relationship Id="rId6" Type="http://schemas.openxmlformats.org/officeDocument/2006/relationships/image" Target="../media/image672.jpg"/><Relationship Id="rId7" Type="http://schemas.openxmlformats.org/officeDocument/2006/relationships/image" Target="../media/image673.jpg"/><Relationship Id="rId8" Type="http://schemas.openxmlformats.org/officeDocument/2006/relationships/image" Target="../media/image674.jpg"/><Relationship Id="rId9" Type="http://schemas.openxmlformats.org/officeDocument/2006/relationships/image" Target="../media/image675.jpg"/><Relationship Id="rId10" Type="http://schemas.openxmlformats.org/officeDocument/2006/relationships/image" Target="../media/image676.jpg"/><Relationship Id="rId11" Type="http://schemas.openxmlformats.org/officeDocument/2006/relationships/image" Target="../media/image677.jpg"/><Relationship Id="rId12" Type="http://schemas.openxmlformats.org/officeDocument/2006/relationships/image" Target="../media/image678.jpg"/><Relationship Id="rId13" Type="http://schemas.openxmlformats.org/officeDocument/2006/relationships/image" Target="../media/image679.jpg"/><Relationship Id="rId14" Type="http://schemas.openxmlformats.org/officeDocument/2006/relationships/image" Target="../media/image680.jpg"/><Relationship Id="rId15" Type="http://schemas.openxmlformats.org/officeDocument/2006/relationships/image" Target="../media/image681.jpg"/><Relationship Id="rId16" Type="http://schemas.openxmlformats.org/officeDocument/2006/relationships/image" Target="../media/image682.jpg"/><Relationship Id="rId17" Type="http://schemas.openxmlformats.org/officeDocument/2006/relationships/image" Target="../media/image683.jpg"/><Relationship Id="rId18" Type="http://schemas.openxmlformats.org/officeDocument/2006/relationships/image" Target="../media/image684.jpg"/><Relationship Id="rId19" Type="http://schemas.openxmlformats.org/officeDocument/2006/relationships/image" Target="../media/image685.jpg"/><Relationship Id="rId20" Type="http://schemas.openxmlformats.org/officeDocument/2006/relationships/image" Target="../media/image686.jpg"/><Relationship Id="rId21" Type="http://schemas.openxmlformats.org/officeDocument/2006/relationships/image" Target="../media/image687.jpg"/><Relationship Id="rId22" Type="http://schemas.openxmlformats.org/officeDocument/2006/relationships/image" Target="../media/image688.jpg"/><Relationship Id="rId23" Type="http://schemas.openxmlformats.org/officeDocument/2006/relationships/image" Target="../media/image689.jpg"/><Relationship Id="rId24" Type="http://schemas.openxmlformats.org/officeDocument/2006/relationships/image" Target="../media/image690.jpg"/><Relationship Id="rId25" Type="http://schemas.openxmlformats.org/officeDocument/2006/relationships/image" Target="../media/image69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2.jpg"/><Relationship Id="rId3" Type="http://schemas.openxmlformats.org/officeDocument/2006/relationships/image" Target="../media/image693.jpg"/><Relationship Id="rId4" Type="http://schemas.openxmlformats.org/officeDocument/2006/relationships/image" Target="../media/image694.jpg"/><Relationship Id="rId5" Type="http://schemas.openxmlformats.org/officeDocument/2006/relationships/image" Target="../media/image695.jpg"/><Relationship Id="rId6" Type="http://schemas.openxmlformats.org/officeDocument/2006/relationships/image" Target="../media/image696.jpg"/><Relationship Id="rId7" Type="http://schemas.openxmlformats.org/officeDocument/2006/relationships/image" Target="../media/image697.jpg"/><Relationship Id="rId8" Type="http://schemas.openxmlformats.org/officeDocument/2006/relationships/image" Target="../media/image698.jpg"/><Relationship Id="rId9" Type="http://schemas.openxmlformats.org/officeDocument/2006/relationships/image" Target="../media/image699.jpg"/><Relationship Id="rId10" Type="http://schemas.openxmlformats.org/officeDocument/2006/relationships/image" Target="../media/image700.jpg"/><Relationship Id="rId11" Type="http://schemas.openxmlformats.org/officeDocument/2006/relationships/image" Target="../media/image701.jpg"/><Relationship Id="rId12" Type="http://schemas.openxmlformats.org/officeDocument/2006/relationships/image" Target="../media/image702.jpg"/><Relationship Id="rId13" Type="http://schemas.openxmlformats.org/officeDocument/2006/relationships/image" Target="../media/image703.jpg"/><Relationship Id="rId14" Type="http://schemas.openxmlformats.org/officeDocument/2006/relationships/image" Target="../media/image704.jpg"/><Relationship Id="rId15" Type="http://schemas.openxmlformats.org/officeDocument/2006/relationships/image" Target="../media/image705.jpg"/><Relationship Id="rId16" Type="http://schemas.openxmlformats.org/officeDocument/2006/relationships/image" Target="../media/image706.jpg"/><Relationship Id="rId17" Type="http://schemas.openxmlformats.org/officeDocument/2006/relationships/image" Target="../media/image707.jpg"/><Relationship Id="rId18" Type="http://schemas.openxmlformats.org/officeDocument/2006/relationships/image" Target="../media/image708.jpg"/><Relationship Id="rId19" Type="http://schemas.openxmlformats.org/officeDocument/2006/relationships/image" Target="../media/image709.jpg"/><Relationship Id="rId20" Type="http://schemas.openxmlformats.org/officeDocument/2006/relationships/image" Target="../media/image710.jpg"/><Relationship Id="rId21" Type="http://schemas.openxmlformats.org/officeDocument/2006/relationships/image" Target="../media/image711.jpg"/><Relationship Id="rId22" Type="http://schemas.openxmlformats.org/officeDocument/2006/relationships/image" Target="../media/image712.jpg"/><Relationship Id="rId23" Type="http://schemas.openxmlformats.org/officeDocument/2006/relationships/image" Target="../media/image7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4.jpg"/><Relationship Id="rId3" Type="http://schemas.openxmlformats.org/officeDocument/2006/relationships/image" Target="../media/image715.jpg"/><Relationship Id="rId4" Type="http://schemas.openxmlformats.org/officeDocument/2006/relationships/image" Target="../media/image716.jpg"/><Relationship Id="rId5" Type="http://schemas.openxmlformats.org/officeDocument/2006/relationships/image" Target="../media/image717.jpg"/><Relationship Id="rId6" Type="http://schemas.openxmlformats.org/officeDocument/2006/relationships/image" Target="../media/image718.jpg"/><Relationship Id="rId7" Type="http://schemas.openxmlformats.org/officeDocument/2006/relationships/image" Target="../media/image719.jpg"/><Relationship Id="rId8" Type="http://schemas.openxmlformats.org/officeDocument/2006/relationships/image" Target="../media/image720.jpg"/><Relationship Id="rId9" Type="http://schemas.openxmlformats.org/officeDocument/2006/relationships/image" Target="../media/image721.jpg"/><Relationship Id="rId10" Type="http://schemas.openxmlformats.org/officeDocument/2006/relationships/image" Target="../media/image722.jpg"/><Relationship Id="rId11" Type="http://schemas.openxmlformats.org/officeDocument/2006/relationships/image" Target="../media/image723.jpg"/><Relationship Id="rId12" Type="http://schemas.openxmlformats.org/officeDocument/2006/relationships/image" Target="../media/image724.jpg"/><Relationship Id="rId13" Type="http://schemas.openxmlformats.org/officeDocument/2006/relationships/image" Target="../media/image725.jpg"/><Relationship Id="rId14" Type="http://schemas.openxmlformats.org/officeDocument/2006/relationships/image" Target="../media/image726.jpg"/><Relationship Id="rId15" Type="http://schemas.openxmlformats.org/officeDocument/2006/relationships/image" Target="../media/image727.jpg"/><Relationship Id="rId16" Type="http://schemas.openxmlformats.org/officeDocument/2006/relationships/image" Target="../media/image728.jpg"/><Relationship Id="rId17" Type="http://schemas.openxmlformats.org/officeDocument/2006/relationships/image" Target="../media/image729.jpg"/><Relationship Id="rId18" Type="http://schemas.openxmlformats.org/officeDocument/2006/relationships/image" Target="../media/image730.jpg"/><Relationship Id="rId19" Type="http://schemas.openxmlformats.org/officeDocument/2006/relationships/image" Target="../media/image731.jpg"/><Relationship Id="rId20" Type="http://schemas.openxmlformats.org/officeDocument/2006/relationships/image" Target="../media/image732.jpg"/><Relationship Id="rId21" Type="http://schemas.openxmlformats.org/officeDocument/2006/relationships/image" Target="../media/image733.jpg"/><Relationship Id="rId22" Type="http://schemas.openxmlformats.org/officeDocument/2006/relationships/image" Target="../media/image73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5.jpg"/><Relationship Id="rId3" Type="http://schemas.openxmlformats.org/officeDocument/2006/relationships/image" Target="../media/image736.jpg"/><Relationship Id="rId4" Type="http://schemas.openxmlformats.org/officeDocument/2006/relationships/image" Target="../media/image737.jpg"/><Relationship Id="rId5" Type="http://schemas.openxmlformats.org/officeDocument/2006/relationships/image" Target="../media/image738.jpg"/><Relationship Id="rId6" Type="http://schemas.openxmlformats.org/officeDocument/2006/relationships/image" Target="../media/image739.jpg"/><Relationship Id="rId7" Type="http://schemas.openxmlformats.org/officeDocument/2006/relationships/image" Target="../media/image740.jpg"/><Relationship Id="rId8" Type="http://schemas.openxmlformats.org/officeDocument/2006/relationships/image" Target="../media/image741.jpg"/><Relationship Id="rId9" Type="http://schemas.openxmlformats.org/officeDocument/2006/relationships/image" Target="../media/image742.jpg"/><Relationship Id="rId10" Type="http://schemas.openxmlformats.org/officeDocument/2006/relationships/image" Target="../media/image743.jpg"/><Relationship Id="rId11" Type="http://schemas.openxmlformats.org/officeDocument/2006/relationships/image" Target="../media/image744.jpg"/><Relationship Id="rId12" Type="http://schemas.openxmlformats.org/officeDocument/2006/relationships/image" Target="../media/image745.jpg"/><Relationship Id="rId13" Type="http://schemas.openxmlformats.org/officeDocument/2006/relationships/image" Target="../media/image746.jpg"/><Relationship Id="rId14" Type="http://schemas.openxmlformats.org/officeDocument/2006/relationships/image" Target="../media/image747.jpg"/><Relationship Id="rId15" Type="http://schemas.openxmlformats.org/officeDocument/2006/relationships/image" Target="../media/image748.jpg"/><Relationship Id="rId16" Type="http://schemas.openxmlformats.org/officeDocument/2006/relationships/image" Target="../media/image749.jpg"/><Relationship Id="rId17" Type="http://schemas.openxmlformats.org/officeDocument/2006/relationships/image" Target="../media/image750.jpg"/><Relationship Id="rId18" Type="http://schemas.openxmlformats.org/officeDocument/2006/relationships/image" Target="../media/image751.jpg"/><Relationship Id="rId19" Type="http://schemas.openxmlformats.org/officeDocument/2006/relationships/image" Target="../media/image752.jpg"/><Relationship Id="rId20" Type="http://schemas.openxmlformats.org/officeDocument/2006/relationships/image" Target="../media/image753.jpg"/><Relationship Id="rId21" Type="http://schemas.openxmlformats.org/officeDocument/2006/relationships/image" Target="../media/image754.jpg"/><Relationship Id="rId22" Type="http://schemas.openxmlformats.org/officeDocument/2006/relationships/image" Target="../media/image755.jpg"/><Relationship Id="rId23" Type="http://schemas.openxmlformats.org/officeDocument/2006/relationships/image" Target="../media/image75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7.jpg"/><Relationship Id="rId3" Type="http://schemas.openxmlformats.org/officeDocument/2006/relationships/image" Target="../media/image758.jpg"/><Relationship Id="rId4" Type="http://schemas.openxmlformats.org/officeDocument/2006/relationships/image" Target="../media/image759.jpg"/><Relationship Id="rId5" Type="http://schemas.openxmlformats.org/officeDocument/2006/relationships/image" Target="../media/image760.jpg"/><Relationship Id="rId6" Type="http://schemas.openxmlformats.org/officeDocument/2006/relationships/image" Target="../media/image761.jpg"/><Relationship Id="rId7" Type="http://schemas.openxmlformats.org/officeDocument/2006/relationships/image" Target="../media/image762.jpg"/><Relationship Id="rId8" Type="http://schemas.openxmlformats.org/officeDocument/2006/relationships/image" Target="../media/image763.jpg"/><Relationship Id="rId9" Type="http://schemas.openxmlformats.org/officeDocument/2006/relationships/image" Target="../media/image764.jpg"/><Relationship Id="rId10" Type="http://schemas.openxmlformats.org/officeDocument/2006/relationships/image" Target="../media/image765.jpg"/><Relationship Id="rId11" Type="http://schemas.openxmlformats.org/officeDocument/2006/relationships/image" Target="../media/image766.jpg"/><Relationship Id="rId12" Type="http://schemas.openxmlformats.org/officeDocument/2006/relationships/image" Target="../media/image767.jpg"/><Relationship Id="rId13" Type="http://schemas.openxmlformats.org/officeDocument/2006/relationships/image" Target="../media/image768.jpg"/><Relationship Id="rId14" Type="http://schemas.openxmlformats.org/officeDocument/2006/relationships/image" Target="../media/image769.jpg"/><Relationship Id="rId15" Type="http://schemas.openxmlformats.org/officeDocument/2006/relationships/image" Target="../media/image770.jpg"/><Relationship Id="rId16" Type="http://schemas.openxmlformats.org/officeDocument/2006/relationships/image" Target="../media/image771.jpg"/><Relationship Id="rId17" Type="http://schemas.openxmlformats.org/officeDocument/2006/relationships/image" Target="../media/image772.jpg"/><Relationship Id="rId18" Type="http://schemas.openxmlformats.org/officeDocument/2006/relationships/image" Target="../media/image773.jpg"/><Relationship Id="rId19" Type="http://schemas.openxmlformats.org/officeDocument/2006/relationships/image" Target="../media/image774.jpg"/><Relationship Id="rId20" Type="http://schemas.openxmlformats.org/officeDocument/2006/relationships/image" Target="../media/image775.jpg"/><Relationship Id="rId21" Type="http://schemas.openxmlformats.org/officeDocument/2006/relationships/image" Target="../media/image77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7.jpg"/><Relationship Id="rId3" Type="http://schemas.openxmlformats.org/officeDocument/2006/relationships/image" Target="../media/image778.jpg"/><Relationship Id="rId4" Type="http://schemas.openxmlformats.org/officeDocument/2006/relationships/image" Target="../media/image779.jpg"/><Relationship Id="rId5" Type="http://schemas.openxmlformats.org/officeDocument/2006/relationships/image" Target="../media/image780.jpg"/><Relationship Id="rId6" Type="http://schemas.openxmlformats.org/officeDocument/2006/relationships/image" Target="../media/image781.jpg"/><Relationship Id="rId7" Type="http://schemas.openxmlformats.org/officeDocument/2006/relationships/image" Target="../media/image782.jpg"/><Relationship Id="rId8" Type="http://schemas.openxmlformats.org/officeDocument/2006/relationships/image" Target="../media/image783.jpg"/><Relationship Id="rId9" Type="http://schemas.openxmlformats.org/officeDocument/2006/relationships/image" Target="../media/image784.jpg"/><Relationship Id="rId10" Type="http://schemas.openxmlformats.org/officeDocument/2006/relationships/image" Target="../media/image785.jpg"/><Relationship Id="rId11" Type="http://schemas.openxmlformats.org/officeDocument/2006/relationships/image" Target="../media/image786.jpg"/><Relationship Id="rId12" Type="http://schemas.openxmlformats.org/officeDocument/2006/relationships/image" Target="../media/image787.jpg"/><Relationship Id="rId13" Type="http://schemas.openxmlformats.org/officeDocument/2006/relationships/image" Target="../media/image788.jpg"/><Relationship Id="rId14" Type="http://schemas.openxmlformats.org/officeDocument/2006/relationships/image" Target="../media/image789.jpg"/><Relationship Id="rId15" Type="http://schemas.openxmlformats.org/officeDocument/2006/relationships/image" Target="../media/image790.jpg"/><Relationship Id="rId16" Type="http://schemas.openxmlformats.org/officeDocument/2006/relationships/image" Target="../media/image791.jpg"/><Relationship Id="rId17" Type="http://schemas.openxmlformats.org/officeDocument/2006/relationships/image" Target="../media/image792.jpg"/><Relationship Id="rId18" Type="http://schemas.openxmlformats.org/officeDocument/2006/relationships/image" Target="../media/image79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4.jpg"/><Relationship Id="rId3" Type="http://schemas.openxmlformats.org/officeDocument/2006/relationships/image" Target="../media/image795.jpg"/><Relationship Id="rId4" Type="http://schemas.openxmlformats.org/officeDocument/2006/relationships/image" Target="../media/image796.jpg"/><Relationship Id="rId5" Type="http://schemas.openxmlformats.org/officeDocument/2006/relationships/image" Target="../media/image797.jpg"/><Relationship Id="rId6" Type="http://schemas.openxmlformats.org/officeDocument/2006/relationships/image" Target="../media/image798.jpg"/><Relationship Id="rId7" Type="http://schemas.openxmlformats.org/officeDocument/2006/relationships/image" Target="../media/image799.jpg"/><Relationship Id="rId8" Type="http://schemas.openxmlformats.org/officeDocument/2006/relationships/image" Target="../media/image800.jpg"/><Relationship Id="rId9" Type="http://schemas.openxmlformats.org/officeDocument/2006/relationships/image" Target="../media/image801.jpg"/><Relationship Id="rId10" Type="http://schemas.openxmlformats.org/officeDocument/2006/relationships/image" Target="../media/image802.jpg"/><Relationship Id="rId11" Type="http://schemas.openxmlformats.org/officeDocument/2006/relationships/image" Target="../media/image803.jpg"/><Relationship Id="rId12" Type="http://schemas.openxmlformats.org/officeDocument/2006/relationships/image" Target="../media/image804.jpg"/><Relationship Id="rId13" Type="http://schemas.openxmlformats.org/officeDocument/2006/relationships/image" Target="../media/image805.jpg"/><Relationship Id="rId14" Type="http://schemas.openxmlformats.org/officeDocument/2006/relationships/image" Target="../media/image806.jpg"/><Relationship Id="rId15" Type="http://schemas.openxmlformats.org/officeDocument/2006/relationships/image" Target="../media/image807.jpg"/><Relationship Id="rId16" Type="http://schemas.openxmlformats.org/officeDocument/2006/relationships/image" Target="../media/image808.jpg"/><Relationship Id="rId17" Type="http://schemas.openxmlformats.org/officeDocument/2006/relationships/image" Target="../media/image809.jpg"/><Relationship Id="rId18" Type="http://schemas.openxmlformats.org/officeDocument/2006/relationships/image" Target="../media/image810.jpg"/><Relationship Id="rId19" Type="http://schemas.openxmlformats.org/officeDocument/2006/relationships/image" Target="../media/image811.jpg"/><Relationship Id="rId20" Type="http://schemas.openxmlformats.org/officeDocument/2006/relationships/image" Target="../media/image8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3.jpg"/><Relationship Id="rId3" Type="http://schemas.openxmlformats.org/officeDocument/2006/relationships/image" Target="../media/image814.jpg"/><Relationship Id="rId4" Type="http://schemas.openxmlformats.org/officeDocument/2006/relationships/image" Target="../media/image815.jpg"/><Relationship Id="rId5" Type="http://schemas.openxmlformats.org/officeDocument/2006/relationships/image" Target="../media/image816.jpg"/><Relationship Id="rId6" Type="http://schemas.openxmlformats.org/officeDocument/2006/relationships/image" Target="../media/image817.jpg"/><Relationship Id="rId7" Type="http://schemas.openxmlformats.org/officeDocument/2006/relationships/image" Target="../media/image818.jpg"/><Relationship Id="rId8" Type="http://schemas.openxmlformats.org/officeDocument/2006/relationships/image" Target="../media/image819.jpg"/><Relationship Id="rId9" Type="http://schemas.openxmlformats.org/officeDocument/2006/relationships/image" Target="../media/image820.jpg"/><Relationship Id="rId10" Type="http://schemas.openxmlformats.org/officeDocument/2006/relationships/image" Target="../media/image821.jpg"/><Relationship Id="rId11" Type="http://schemas.openxmlformats.org/officeDocument/2006/relationships/image" Target="../media/image822.jpg"/><Relationship Id="rId12" Type="http://schemas.openxmlformats.org/officeDocument/2006/relationships/image" Target="../media/image823.jpg"/><Relationship Id="rId13" Type="http://schemas.openxmlformats.org/officeDocument/2006/relationships/image" Target="../media/image824.jpg"/><Relationship Id="rId14" Type="http://schemas.openxmlformats.org/officeDocument/2006/relationships/image" Target="../media/image825.jpg"/><Relationship Id="rId15" Type="http://schemas.openxmlformats.org/officeDocument/2006/relationships/image" Target="../media/image826.jpg"/><Relationship Id="rId16" Type="http://schemas.openxmlformats.org/officeDocument/2006/relationships/image" Target="../media/image827.jpg"/><Relationship Id="rId17" Type="http://schemas.openxmlformats.org/officeDocument/2006/relationships/image" Target="../media/image828.jpg"/><Relationship Id="rId18" Type="http://schemas.openxmlformats.org/officeDocument/2006/relationships/image" Target="../media/image829.jpg"/><Relationship Id="rId19" Type="http://schemas.openxmlformats.org/officeDocument/2006/relationships/image" Target="../media/image830.jpg"/><Relationship Id="rId20" Type="http://schemas.openxmlformats.org/officeDocument/2006/relationships/image" Target="../media/image83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2.jpg"/><Relationship Id="rId3" Type="http://schemas.openxmlformats.org/officeDocument/2006/relationships/image" Target="../media/image833.jpg"/><Relationship Id="rId4" Type="http://schemas.openxmlformats.org/officeDocument/2006/relationships/image" Target="../media/image834.jpg"/><Relationship Id="rId5" Type="http://schemas.openxmlformats.org/officeDocument/2006/relationships/image" Target="../media/image835.jpg"/><Relationship Id="rId6" Type="http://schemas.openxmlformats.org/officeDocument/2006/relationships/image" Target="../media/image836.jpg"/><Relationship Id="rId7" Type="http://schemas.openxmlformats.org/officeDocument/2006/relationships/image" Target="../media/image837.jpg"/><Relationship Id="rId8" Type="http://schemas.openxmlformats.org/officeDocument/2006/relationships/image" Target="../media/image838.jpg"/><Relationship Id="rId9" Type="http://schemas.openxmlformats.org/officeDocument/2006/relationships/image" Target="../media/image839.jpg"/><Relationship Id="rId10" Type="http://schemas.openxmlformats.org/officeDocument/2006/relationships/image" Target="../media/image840.jpg"/><Relationship Id="rId11" Type="http://schemas.openxmlformats.org/officeDocument/2006/relationships/image" Target="../media/image841.jpg"/><Relationship Id="rId12" Type="http://schemas.openxmlformats.org/officeDocument/2006/relationships/image" Target="../media/image842.jpg"/><Relationship Id="rId13" Type="http://schemas.openxmlformats.org/officeDocument/2006/relationships/image" Target="../media/image843.jpg"/><Relationship Id="rId14" Type="http://schemas.openxmlformats.org/officeDocument/2006/relationships/image" Target="../media/image844.jpg"/><Relationship Id="rId15" Type="http://schemas.openxmlformats.org/officeDocument/2006/relationships/image" Target="../media/image845.jpg"/><Relationship Id="rId16" Type="http://schemas.openxmlformats.org/officeDocument/2006/relationships/image" Target="../media/image846.jpg"/><Relationship Id="rId17" Type="http://schemas.openxmlformats.org/officeDocument/2006/relationships/image" Target="../media/image847.jpg"/><Relationship Id="rId18" Type="http://schemas.openxmlformats.org/officeDocument/2006/relationships/image" Target="../media/image848.jpg"/><Relationship Id="rId19" Type="http://schemas.openxmlformats.org/officeDocument/2006/relationships/image" Target="../media/image849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0.jpg"/><Relationship Id="rId3" Type="http://schemas.openxmlformats.org/officeDocument/2006/relationships/image" Target="../media/image851.jpg"/><Relationship Id="rId4" Type="http://schemas.openxmlformats.org/officeDocument/2006/relationships/image" Target="../media/image852.jpg"/><Relationship Id="rId5" Type="http://schemas.openxmlformats.org/officeDocument/2006/relationships/image" Target="../media/image853.jpg"/><Relationship Id="rId6" Type="http://schemas.openxmlformats.org/officeDocument/2006/relationships/image" Target="../media/image854.jpg"/><Relationship Id="rId7" Type="http://schemas.openxmlformats.org/officeDocument/2006/relationships/image" Target="../media/image855.jpg"/><Relationship Id="rId8" Type="http://schemas.openxmlformats.org/officeDocument/2006/relationships/image" Target="../media/image856.jpg"/><Relationship Id="rId9" Type="http://schemas.openxmlformats.org/officeDocument/2006/relationships/image" Target="../media/image857.jpg"/><Relationship Id="rId10" Type="http://schemas.openxmlformats.org/officeDocument/2006/relationships/image" Target="../media/image858.jpg"/><Relationship Id="rId11" Type="http://schemas.openxmlformats.org/officeDocument/2006/relationships/image" Target="../media/image859.jpg"/><Relationship Id="rId12" Type="http://schemas.openxmlformats.org/officeDocument/2006/relationships/image" Target="../media/image860.jpg"/><Relationship Id="rId13" Type="http://schemas.openxmlformats.org/officeDocument/2006/relationships/image" Target="../media/image861.jpg"/><Relationship Id="rId14" Type="http://schemas.openxmlformats.org/officeDocument/2006/relationships/image" Target="../media/image862.jpg"/><Relationship Id="rId15" Type="http://schemas.openxmlformats.org/officeDocument/2006/relationships/image" Target="../media/image863.jpg"/><Relationship Id="rId16" Type="http://schemas.openxmlformats.org/officeDocument/2006/relationships/image" Target="../media/image864.jpg"/><Relationship Id="rId17" Type="http://schemas.openxmlformats.org/officeDocument/2006/relationships/image" Target="../media/image865.jpg"/><Relationship Id="rId18" Type="http://schemas.openxmlformats.org/officeDocument/2006/relationships/image" Target="../media/image866.jpg"/><Relationship Id="rId19" Type="http://schemas.openxmlformats.org/officeDocument/2006/relationships/image" Target="../media/image86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68.jpg"/><Relationship Id="rId4" Type="http://schemas.openxmlformats.org/officeDocument/2006/relationships/image" Target="../media/image869.jpg"/><Relationship Id="rId5" Type="http://schemas.openxmlformats.org/officeDocument/2006/relationships/image" Target="../media/image870.jpg"/><Relationship Id="rId6" Type="http://schemas.openxmlformats.org/officeDocument/2006/relationships/image" Target="../media/image871.jpg"/><Relationship Id="rId7" Type="http://schemas.openxmlformats.org/officeDocument/2006/relationships/image" Target="../media/image872.jpg"/><Relationship Id="rId8" Type="http://schemas.openxmlformats.org/officeDocument/2006/relationships/image" Target="../media/image873.jpg"/><Relationship Id="rId9" Type="http://schemas.openxmlformats.org/officeDocument/2006/relationships/image" Target="../media/image874.jpg"/><Relationship Id="rId10" Type="http://schemas.openxmlformats.org/officeDocument/2006/relationships/image" Target="../media/image875.jpg"/><Relationship Id="rId11" Type="http://schemas.openxmlformats.org/officeDocument/2006/relationships/image" Target="../media/image876.jpg"/><Relationship Id="rId12" Type="http://schemas.openxmlformats.org/officeDocument/2006/relationships/image" Target="../media/image877.jpg"/><Relationship Id="rId13" Type="http://schemas.openxmlformats.org/officeDocument/2006/relationships/image" Target="../media/image878.jpg"/><Relationship Id="rId14" Type="http://schemas.openxmlformats.org/officeDocument/2006/relationships/image" Target="../media/image879.jpg"/><Relationship Id="rId15" Type="http://schemas.openxmlformats.org/officeDocument/2006/relationships/image" Target="../media/image880.jpg"/><Relationship Id="rId16" Type="http://schemas.openxmlformats.org/officeDocument/2006/relationships/image" Target="../media/image881.jpg"/><Relationship Id="rId17" Type="http://schemas.openxmlformats.org/officeDocument/2006/relationships/image" Target="../media/image882.jpg"/><Relationship Id="rId18" Type="http://schemas.openxmlformats.org/officeDocument/2006/relationships/image" Target="../media/image88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4.jpg"/><Relationship Id="rId3" Type="http://schemas.openxmlformats.org/officeDocument/2006/relationships/image" Target="../media/image885.jpg"/><Relationship Id="rId4" Type="http://schemas.openxmlformats.org/officeDocument/2006/relationships/image" Target="../media/image886.jpg"/><Relationship Id="rId5" Type="http://schemas.openxmlformats.org/officeDocument/2006/relationships/image" Target="../media/image887.jpg"/><Relationship Id="rId6" Type="http://schemas.openxmlformats.org/officeDocument/2006/relationships/image" Target="../media/image888.jpg"/><Relationship Id="rId7" Type="http://schemas.openxmlformats.org/officeDocument/2006/relationships/image" Target="../media/image889.jpg"/><Relationship Id="rId8" Type="http://schemas.openxmlformats.org/officeDocument/2006/relationships/image" Target="../media/image890.jpg"/><Relationship Id="rId9" Type="http://schemas.openxmlformats.org/officeDocument/2006/relationships/image" Target="../media/image891.jpg"/><Relationship Id="rId10" Type="http://schemas.openxmlformats.org/officeDocument/2006/relationships/image" Target="../media/image892.jpg"/><Relationship Id="rId11" Type="http://schemas.openxmlformats.org/officeDocument/2006/relationships/image" Target="../media/image893.jpg"/><Relationship Id="rId12" Type="http://schemas.openxmlformats.org/officeDocument/2006/relationships/image" Target="../media/image894.jpg"/><Relationship Id="rId13" Type="http://schemas.openxmlformats.org/officeDocument/2006/relationships/image" Target="../media/image895.jpg"/><Relationship Id="rId14" Type="http://schemas.openxmlformats.org/officeDocument/2006/relationships/image" Target="../media/image896.jpg"/><Relationship Id="rId15" Type="http://schemas.openxmlformats.org/officeDocument/2006/relationships/image" Target="../media/image897.jpg"/><Relationship Id="rId16" Type="http://schemas.openxmlformats.org/officeDocument/2006/relationships/image" Target="../media/image898.jpg"/><Relationship Id="rId17" Type="http://schemas.openxmlformats.org/officeDocument/2006/relationships/image" Target="../media/image89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0.jpg"/><Relationship Id="rId3" Type="http://schemas.openxmlformats.org/officeDocument/2006/relationships/image" Target="../media/image901.jpg"/><Relationship Id="rId4" Type="http://schemas.openxmlformats.org/officeDocument/2006/relationships/image" Target="../media/image902.jpg"/><Relationship Id="rId5" Type="http://schemas.openxmlformats.org/officeDocument/2006/relationships/image" Target="../media/image903.jpg"/><Relationship Id="rId6" Type="http://schemas.openxmlformats.org/officeDocument/2006/relationships/image" Target="../media/image904.jpg"/><Relationship Id="rId7" Type="http://schemas.openxmlformats.org/officeDocument/2006/relationships/image" Target="../media/image905.jpg"/><Relationship Id="rId8" Type="http://schemas.openxmlformats.org/officeDocument/2006/relationships/image" Target="../media/image906.jpg"/><Relationship Id="rId9" Type="http://schemas.openxmlformats.org/officeDocument/2006/relationships/image" Target="../media/image907.jpg"/><Relationship Id="rId10" Type="http://schemas.openxmlformats.org/officeDocument/2006/relationships/image" Target="../media/image908.jpg"/><Relationship Id="rId11" Type="http://schemas.openxmlformats.org/officeDocument/2006/relationships/image" Target="../media/image909.jpg"/><Relationship Id="rId12" Type="http://schemas.openxmlformats.org/officeDocument/2006/relationships/image" Target="../media/image910.jpg"/><Relationship Id="rId13" Type="http://schemas.openxmlformats.org/officeDocument/2006/relationships/image" Target="../media/image911.jpg"/><Relationship Id="rId14" Type="http://schemas.openxmlformats.org/officeDocument/2006/relationships/image" Target="../media/image912.jpg"/><Relationship Id="rId15" Type="http://schemas.openxmlformats.org/officeDocument/2006/relationships/image" Target="../media/image913.jpg"/><Relationship Id="rId16" Type="http://schemas.openxmlformats.org/officeDocument/2006/relationships/image" Target="../media/image914.jpg"/><Relationship Id="rId17" Type="http://schemas.openxmlformats.org/officeDocument/2006/relationships/image" Target="../media/image91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6.jpg"/><Relationship Id="rId3" Type="http://schemas.openxmlformats.org/officeDocument/2006/relationships/image" Target="../media/image917.jpg"/><Relationship Id="rId4" Type="http://schemas.openxmlformats.org/officeDocument/2006/relationships/image" Target="../media/image918.jpg"/><Relationship Id="rId5" Type="http://schemas.openxmlformats.org/officeDocument/2006/relationships/image" Target="../media/image919.jpg"/><Relationship Id="rId6" Type="http://schemas.openxmlformats.org/officeDocument/2006/relationships/image" Target="../media/image920.jpg"/><Relationship Id="rId7" Type="http://schemas.openxmlformats.org/officeDocument/2006/relationships/image" Target="../media/image921.jpg"/><Relationship Id="rId8" Type="http://schemas.openxmlformats.org/officeDocument/2006/relationships/image" Target="../media/image922.jpg"/><Relationship Id="rId9" Type="http://schemas.openxmlformats.org/officeDocument/2006/relationships/image" Target="../media/image923.jpg"/><Relationship Id="rId10" Type="http://schemas.openxmlformats.org/officeDocument/2006/relationships/image" Target="../media/image924.jpg"/><Relationship Id="rId11" Type="http://schemas.openxmlformats.org/officeDocument/2006/relationships/image" Target="../media/image925.jpg"/><Relationship Id="rId12" Type="http://schemas.openxmlformats.org/officeDocument/2006/relationships/image" Target="../media/image926.jpg"/><Relationship Id="rId13" Type="http://schemas.openxmlformats.org/officeDocument/2006/relationships/image" Target="../media/image927.jpg"/><Relationship Id="rId14" Type="http://schemas.openxmlformats.org/officeDocument/2006/relationships/image" Target="../media/image928.jpg"/><Relationship Id="rId15" Type="http://schemas.openxmlformats.org/officeDocument/2006/relationships/image" Target="../media/image929.jpg"/><Relationship Id="rId16" Type="http://schemas.openxmlformats.org/officeDocument/2006/relationships/image" Target="../media/image930.jpg"/><Relationship Id="rId17" Type="http://schemas.openxmlformats.org/officeDocument/2006/relationships/image" Target="../media/image93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2.jpg"/><Relationship Id="rId3" Type="http://schemas.openxmlformats.org/officeDocument/2006/relationships/image" Target="../media/image933.jpg"/><Relationship Id="rId4" Type="http://schemas.openxmlformats.org/officeDocument/2006/relationships/image" Target="../media/image934.jpg"/><Relationship Id="rId5" Type="http://schemas.openxmlformats.org/officeDocument/2006/relationships/image" Target="../media/image935.jpg"/><Relationship Id="rId6" Type="http://schemas.openxmlformats.org/officeDocument/2006/relationships/image" Target="../media/image936.jpg"/><Relationship Id="rId7" Type="http://schemas.openxmlformats.org/officeDocument/2006/relationships/image" Target="../media/image937.jpg"/><Relationship Id="rId8" Type="http://schemas.openxmlformats.org/officeDocument/2006/relationships/image" Target="../media/image938.jpg"/><Relationship Id="rId9" Type="http://schemas.openxmlformats.org/officeDocument/2006/relationships/image" Target="../media/image939.jpg"/><Relationship Id="rId10" Type="http://schemas.openxmlformats.org/officeDocument/2006/relationships/image" Target="../media/image940.jpg"/><Relationship Id="rId11" Type="http://schemas.openxmlformats.org/officeDocument/2006/relationships/image" Target="../media/image941.jpg"/><Relationship Id="rId12" Type="http://schemas.openxmlformats.org/officeDocument/2006/relationships/image" Target="../media/image942.jpg"/><Relationship Id="rId13" Type="http://schemas.openxmlformats.org/officeDocument/2006/relationships/image" Target="../media/image943.jpg"/><Relationship Id="rId14" Type="http://schemas.openxmlformats.org/officeDocument/2006/relationships/image" Target="../media/image944.jpg"/><Relationship Id="rId15" Type="http://schemas.openxmlformats.org/officeDocument/2006/relationships/image" Target="../media/image945.jpg"/><Relationship Id="rId16" Type="http://schemas.openxmlformats.org/officeDocument/2006/relationships/image" Target="../media/image94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7.jpg"/><Relationship Id="rId3" Type="http://schemas.openxmlformats.org/officeDocument/2006/relationships/image" Target="../media/image948.jpg"/><Relationship Id="rId4" Type="http://schemas.openxmlformats.org/officeDocument/2006/relationships/image" Target="../media/image949.jpg"/><Relationship Id="rId5" Type="http://schemas.openxmlformats.org/officeDocument/2006/relationships/image" Target="../media/image950.jpg"/><Relationship Id="rId6" Type="http://schemas.openxmlformats.org/officeDocument/2006/relationships/image" Target="../media/image951.jpg"/><Relationship Id="rId7" Type="http://schemas.openxmlformats.org/officeDocument/2006/relationships/image" Target="../media/image952.jpg"/><Relationship Id="rId8" Type="http://schemas.openxmlformats.org/officeDocument/2006/relationships/image" Target="../media/image953.jpg"/><Relationship Id="rId9" Type="http://schemas.openxmlformats.org/officeDocument/2006/relationships/image" Target="../media/image954.jpg"/><Relationship Id="rId10" Type="http://schemas.openxmlformats.org/officeDocument/2006/relationships/image" Target="../media/image955.jpg"/><Relationship Id="rId11" Type="http://schemas.openxmlformats.org/officeDocument/2006/relationships/image" Target="../media/image956.jpg"/><Relationship Id="rId12" Type="http://schemas.openxmlformats.org/officeDocument/2006/relationships/image" Target="../media/image957.jpg"/><Relationship Id="rId13" Type="http://schemas.openxmlformats.org/officeDocument/2006/relationships/image" Target="../media/image958.jpg"/><Relationship Id="rId14" Type="http://schemas.openxmlformats.org/officeDocument/2006/relationships/image" Target="../media/image959.jpg"/><Relationship Id="rId15" Type="http://schemas.openxmlformats.org/officeDocument/2006/relationships/image" Target="../media/image960.jpg"/><Relationship Id="rId16" Type="http://schemas.openxmlformats.org/officeDocument/2006/relationships/image" Target="../media/image96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2.jpg"/><Relationship Id="rId3" Type="http://schemas.openxmlformats.org/officeDocument/2006/relationships/image" Target="../media/image963.jpg"/><Relationship Id="rId4" Type="http://schemas.openxmlformats.org/officeDocument/2006/relationships/image" Target="../media/image964.jpg"/><Relationship Id="rId5" Type="http://schemas.openxmlformats.org/officeDocument/2006/relationships/image" Target="../media/image965.jpg"/><Relationship Id="rId6" Type="http://schemas.openxmlformats.org/officeDocument/2006/relationships/image" Target="../media/image966.jpg"/><Relationship Id="rId7" Type="http://schemas.openxmlformats.org/officeDocument/2006/relationships/image" Target="../media/image967.jpg"/><Relationship Id="rId8" Type="http://schemas.openxmlformats.org/officeDocument/2006/relationships/image" Target="../media/image968.jpg"/><Relationship Id="rId9" Type="http://schemas.openxmlformats.org/officeDocument/2006/relationships/image" Target="../media/image969.jpg"/><Relationship Id="rId10" Type="http://schemas.openxmlformats.org/officeDocument/2006/relationships/image" Target="../media/image970.jpg"/><Relationship Id="rId11" Type="http://schemas.openxmlformats.org/officeDocument/2006/relationships/image" Target="../media/image971.jpg"/><Relationship Id="rId12" Type="http://schemas.openxmlformats.org/officeDocument/2006/relationships/image" Target="../media/image972.jpg"/><Relationship Id="rId13" Type="http://schemas.openxmlformats.org/officeDocument/2006/relationships/image" Target="../media/image973.jpg"/><Relationship Id="rId14" Type="http://schemas.openxmlformats.org/officeDocument/2006/relationships/image" Target="../media/image974.jpg"/><Relationship Id="rId15" Type="http://schemas.openxmlformats.org/officeDocument/2006/relationships/image" Target="../media/image97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6.jpg"/><Relationship Id="rId3" Type="http://schemas.openxmlformats.org/officeDocument/2006/relationships/image" Target="../media/image977.jpg"/><Relationship Id="rId4" Type="http://schemas.openxmlformats.org/officeDocument/2006/relationships/image" Target="../media/image978.jpg"/><Relationship Id="rId5" Type="http://schemas.openxmlformats.org/officeDocument/2006/relationships/image" Target="../media/image979.jpg"/><Relationship Id="rId6" Type="http://schemas.openxmlformats.org/officeDocument/2006/relationships/image" Target="../media/image980.jpg"/><Relationship Id="rId7" Type="http://schemas.openxmlformats.org/officeDocument/2006/relationships/image" Target="../media/image981.jpg"/><Relationship Id="rId8" Type="http://schemas.openxmlformats.org/officeDocument/2006/relationships/image" Target="../media/image982.jpg"/><Relationship Id="rId9" Type="http://schemas.openxmlformats.org/officeDocument/2006/relationships/image" Target="../media/image983.jpg"/><Relationship Id="rId10" Type="http://schemas.openxmlformats.org/officeDocument/2006/relationships/image" Target="../media/image984.jpg"/><Relationship Id="rId11" Type="http://schemas.openxmlformats.org/officeDocument/2006/relationships/image" Target="../media/image985.jpg"/><Relationship Id="rId12" Type="http://schemas.openxmlformats.org/officeDocument/2006/relationships/image" Target="../media/image986.jpg"/><Relationship Id="rId13" Type="http://schemas.openxmlformats.org/officeDocument/2006/relationships/image" Target="../media/image987.jpg"/><Relationship Id="rId14" Type="http://schemas.openxmlformats.org/officeDocument/2006/relationships/image" Target="../media/image98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9.jpg"/><Relationship Id="rId3" Type="http://schemas.openxmlformats.org/officeDocument/2006/relationships/image" Target="../media/image990.jpg"/><Relationship Id="rId4" Type="http://schemas.openxmlformats.org/officeDocument/2006/relationships/image" Target="../media/image991.jpg"/><Relationship Id="rId5" Type="http://schemas.openxmlformats.org/officeDocument/2006/relationships/image" Target="../media/image992.jpg"/><Relationship Id="rId6" Type="http://schemas.openxmlformats.org/officeDocument/2006/relationships/image" Target="../media/image993.jpg"/><Relationship Id="rId7" Type="http://schemas.openxmlformats.org/officeDocument/2006/relationships/image" Target="../media/image994.jpg"/><Relationship Id="rId8" Type="http://schemas.openxmlformats.org/officeDocument/2006/relationships/image" Target="../media/image995.jpg"/><Relationship Id="rId9" Type="http://schemas.openxmlformats.org/officeDocument/2006/relationships/image" Target="../media/image996.jpg"/><Relationship Id="rId10" Type="http://schemas.openxmlformats.org/officeDocument/2006/relationships/image" Target="../media/image997.jpg"/><Relationship Id="rId11" Type="http://schemas.openxmlformats.org/officeDocument/2006/relationships/image" Target="../media/image998.jpg"/><Relationship Id="rId12" Type="http://schemas.openxmlformats.org/officeDocument/2006/relationships/image" Target="../media/image999.jpg"/><Relationship Id="rId13" Type="http://schemas.openxmlformats.org/officeDocument/2006/relationships/image" Target="../media/image100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1.jpg"/><Relationship Id="rId3" Type="http://schemas.openxmlformats.org/officeDocument/2006/relationships/image" Target="../media/image1002.jpg"/><Relationship Id="rId4" Type="http://schemas.openxmlformats.org/officeDocument/2006/relationships/image" Target="../media/image1003.jpg"/><Relationship Id="rId5" Type="http://schemas.openxmlformats.org/officeDocument/2006/relationships/image" Target="../media/image1004.jpg"/><Relationship Id="rId6" Type="http://schemas.openxmlformats.org/officeDocument/2006/relationships/image" Target="../media/image1005.jpg"/><Relationship Id="rId7" Type="http://schemas.openxmlformats.org/officeDocument/2006/relationships/image" Target="../media/image1006.jpg"/><Relationship Id="rId8" Type="http://schemas.openxmlformats.org/officeDocument/2006/relationships/image" Target="../media/image1007.jpg"/><Relationship Id="rId9" Type="http://schemas.openxmlformats.org/officeDocument/2006/relationships/image" Target="../media/image1008.jpg"/><Relationship Id="rId10" Type="http://schemas.openxmlformats.org/officeDocument/2006/relationships/image" Target="../media/image1009.jpg"/><Relationship Id="rId11" Type="http://schemas.openxmlformats.org/officeDocument/2006/relationships/image" Target="../media/image1010.jpg"/><Relationship Id="rId12" Type="http://schemas.openxmlformats.org/officeDocument/2006/relationships/image" Target="../media/image1011.jpg"/><Relationship Id="rId13" Type="http://schemas.openxmlformats.org/officeDocument/2006/relationships/image" Target="../media/image101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3.jpg"/><Relationship Id="rId3" Type="http://schemas.openxmlformats.org/officeDocument/2006/relationships/image" Target="../media/image1014.jpg"/><Relationship Id="rId4" Type="http://schemas.openxmlformats.org/officeDocument/2006/relationships/image" Target="../media/image1015.jpg"/><Relationship Id="rId5" Type="http://schemas.openxmlformats.org/officeDocument/2006/relationships/image" Target="../media/image1016.jpg"/><Relationship Id="rId6" Type="http://schemas.openxmlformats.org/officeDocument/2006/relationships/image" Target="../media/image1017.jpg"/><Relationship Id="rId7" Type="http://schemas.openxmlformats.org/officeDocument/2006/relationships/image" Target="../media/image1018.jpg"/><Relationship Id="rId8" Type="http://schemas.openxmlformats.org/officeDocument/2006/relationships/image" Target="../media/image1019.jpg"/><Relationship Id="rId9" Type="http://schemas.openxmlformats.org/officeDocument/2006/relationships/image" Target="../media/image1020.jpg"/><Relationship Id="rId10" Type="http://schemas.openxmlformats.org/officeDocument/2006/relationships/image" Target="../media/image1021.jpg"/><Relationship Id="rId11" Type="http://schemas.openxmlformats.org/officeDocument/2006/relationships/image" Target="../media/image1022.jpg"/><Relationship Id="rId12" Type="http://schemas.openxmlformats.org/officeDocument/2006/relationships/image" Target="../media/image102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4.jpg"/><Relationship Id="rId3" Type="http://schemas.openxmlformats.org/officeDocument/2006/relationships/image" Target="../media/image1025.jpg"/><Relationship Id="rId4" Type="http://schemas.openxmlformats.org/officeDocument/2006/relationships/image" Target="../media/image1026.jpg"/><Relationship Id="rId5" Type="http://schemas.openxmlformats.org/officeDocument/2006/relationships/image" Target="../media/image1027.jpg"/><Relationship Id="rId6" Type="http://schemas.openxmlformats.org/officeDocument/2006/relationships/image" Target="../media/image648.jpg"/><Relationship Id="rId7" Type="http://schemas.openxmlformats.org/officeDocument/2006/relationships/image" Target="../media/image1028.jpg"/><Relationship Id="rId8" Type="http://schemas.openxmlformats.org/officeDocument/2006/relationships/image" Target="../media/image1029.jpg"/><Relationship Id="rId9" Type="http://schemas.openxmlformats.org/officeDocument/2006/relationships/image" Target="../media/image1030.jpg"/><Relationship Id="rId10" Type="http://schemas.openxmlformats.org/officeDocument/2006/relationships/image" Target="../media/image1031.jpg"/><Relationship Id="rId11" Type="http://schemas.openxmlformats.org/officeDocument/2006/relationships/image" Target="../media/image1032.jpg"/><Relationship Id="rId12" Type="http://schemas.openxmlformats.org/officeDocument/2006/relationships/image" Target="../media/image103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4.jpg"/><Relationship Id="rId3" Type="http://schemas.openxmlformats.org/officeDocument/2006/relationships/image" Target="../media/image1035.jpg"/><Relationship Id="rId4" Type="http://schemas.openxmlformats.org/officeDocument/2006/relationships/image" Target="../media/image1036.jpg"/><Relationship Id="rId5" Type="http://schemas.openxmlformats.org/officeDocument/2006/relationships/image" Target="../media/image1037.jpg"/><Relationship Id="rId6" Type="http://schemas.openxmlformats.org/officeDocument/2006/relationships/image" Target="../media/image1038.jpg"/><Relationship Id="rId7" Type="http://schemas.openxmlformats.org/officeDocument/2006/relationships/image" Target="../media/image1039.jpg"/><Relationship Id="rId8" Type="http://schemas.openxmlformats.org/officeDocument/2006/relationships/image" Target="../media/image1040.jpg"/><Relationship Id="rId9" Type="http://schemas.openxmlformats.org/officeDocument/2006/relationships/image" Target="../media/image1041.jpg"/><Relationship Id="rId10" Type="http://schemas.openxmlformats.org/officeDocument/2006/relationships/image" Target="../media/image104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3.jpg"/><Relationship Id="rId3" Type="http://schemas.openxmlformats.org/officeDocument/2006/relationships/image" Target="../media/image1044.jpg"/><Relationship Id="rId4" Type="http://schemas.openxmlformats.org/officeDocument/2006/relationships/image" Target="../media/image1045.jpg"/><Relationship Id="rId5" Type="http://schemas.openxmlformats.org/officeDocument/2006/relationships/image" Target="../media/image1046.jpg"/><Relationship Id="rId6" Type="http://schemas.openxmlformats.org/officeDocument/2006/relationships/image" Target="../media/image1047.jpg"/><Relationship Id="rId7" Type="http://schemas.openxmlformats.org/officeDocument/2006/relationships/image" Target="../media/image1048.jpg"/><Relationship Id="rId8" Type="http://schemas.openxmlformats.org/officeDocument/2006/relationships/image" Target="../media/image1049.jpg"/><Relationship Id="rId9" Type="http://schemas.openxmlformats.org/officeDocument/2006/relationships/image" Target="../media/image1050.jpg"/><Relationship Id="rId10" Type="http://schemas.openxmlformats.org/officeDocument/2006/relationships/image" Target="../media/image105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2.jpg"/><Relationship Id="rId3" Type="http://schemas.openxmlformats.org/officeDocument/2006/relationships/image" Target="../media/image1053.jpg"/><Relationship Id="rId4" Type="http://schemas.openxmlformats.org/officeDocument/2006/relationships/image" Target="../media/image1054.jpg"/><Relationship Id="rId5" Type="http://schemas.openxmlformats.org/officeDocument/2006/relationships/image" Target="../media/image1055.jpg"/><Relationship Id="rId6" Type="http://schemas.openxmlformats.org/officeDocument/2006/relationships/image" Target="../media/image887.jpg"/><Relationship Id="rId7" Type="http://schemas.openxmlformats.org/officeDocument/2006/relationships/image" Target="../media/image1056.jpg"/><Relationship Id="rId8" Type="http://schemas.openxmlformats.org/officeDocument/2006/relationships/image" Target="../media/image1057.jpg"/><Relationship Id="rId9" Type="http://schemas.openxmlformats.org/officeDocument/2006/relationships/image" Target="../media/image1058.jpg"/><Relationship Id="rId10" Type="http://schemas.openxmlformats.org/officeDocument/2006/relationships/image" Target="../media/image105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0.jpg"/><Relationship Id="rId3" Type="http://schemas.openxmlformats.org/officeDocument/2006/relationships/image" Target="../media/image1061.jpg"/><Relationship Id="rId4" Type="http://schemas.openxmlformats.org/officeDocument/2006/relationships/image" Target="../media/image1062.jpg"/><Relationship Id="rId5" Type="http://schemas.openxmlformats.org/officeDocument/2006/relationships/image" Target="../media/image1063.jpg"/><Relationship Id="rId6" Type="http://schemas.openxmlformats.org/officeDocument/2006/relationships/image" Target="../media/image1064.jpg"/><Relationship Id="rId7" Type="http://schemas.openxmlformats.org/officeDocument/2006/relationships/image" Target="../media/image1065.jpg"/><Relationship Id="rId8" Type="http://schemas.openxmlformats.org/officeDocument/2006/relationships/image" Target="../media/image1066.jpg"/><Relationship Id="rId9" Type="http://schemas.openxmlformats.org/officeDocument/2006/relationships/image" Target="../media/image1067.jpg"/><Relationship Id="rId10" Type="http://schemas.openxmlformats.org/officeDocument/2006/relationships/image" Target="../media/image1068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9.jpg"/><Relationship Id="rId3" Type="http://schemas.openxmlformats.org/officeDocument/2006/relationships/image" Target="../media/image1070.jpg"/><Relationship Id="rId4" Type="http://schemas.openxmlformats.org/officeDocument/2006/relationships/image" Target="../media/image1071.jpg"/><Relationship Id="rId5" Type="http://schemas.openxmlformats.org/officeDocument/2006/relationships/image" Target="../media/image1072.jpg"/><Relationship Id="rId6" Type="http://schemas.openxmlformats.org/officeDocument/2006/relationships/image" Target="../media/image1073.jpg"/><Relationship Id="rId7" Type="http://schemas.openxmlformats.org/officeDocument/2006/relationships/image" Target="../media/image1074.jpg"/><Relationship Id="rId8" Type="http://schemas.openxmlformats.org/officeDocument/2006/relationships/image" Target="../media/image1075.jpg"/><Relationship Id="rId9" Type="http://schemas.openxmlformats.org/officeDocument/2006/relationships/image" Target="../media/image107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7.jpg"/><Relationship Id="rId3" Type="http://schemas.openxmlformats.org/officeDocument/2006/relationships/image" Target="../media/image1078.jpg"/><Relationship Id="rId4" Type="http://schemas.openxmlformats.org/officeDocument/2006/relationships/image" Target="../media/image1079.jpg"/><Relationship Id="rId5" Type="http://schemas.openxmlformats.org/officeDocument/2006/relationships/image" Target="../media/image1080.jpg"/><Relationship Id="rId6" Type="http://schemas.openxmlformats.org/officeDocument/2006/relationships/image" Target="../media/image1081.jpg"/><Relationship Id="rId7" Type="http://schemas.openxmlformats.org/officeDocument/2006/relationships/image" Target="../media/image1082.jpg"/><Relationship Id="rId8" Type="http://schemas.openxmlformats.org/officeDocument/2006/relationships/image" Target="../media/image108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4.jpg"/><Relationship Id="rId3" Type="http://schemas.openxmlformats.org/officeDocument/2006/relationships/image" Target="../media/image1085.jpg"/><Relationship Id="rId4" Type="http://schemas.openxmlformats.org/officeDocument/2006/relationships/image" Target="../media/image1086.jpg"/><Relationship Id="rId5" Type="http://schemas.openxmlformats.org/officeDocument/2006/relationships/image" Target="../media/image1087.jpg"/><Relationship Id="rId6" Type="http://schemas.openxmlformats.org/officeDocument/2006/relationships/image" Target="../media/image1088.jpg"/><Relationship Id="rId7" Type="http://schemas.openxmlformats.org/officeDocument/2006/relationships/image" Target="../media/image108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0.jpg"/><Relationship Id="rId3" Type="http://schemas.openxmlformats.org/officeDocument/2006/relationships/image" Target="../media/image1091.jpg"/><Relationship Id="rId4" Type="http://schemas.openxmlformats.org/officeDocument/2006/relationships/image" Target="../media/image1092.jpg"/><Relationship Id="rId5" Type="http://schemas.openxmlformats.org/officeDocument/2006/relationships/image" Target="../media/image1093.jpg"/><Relationship Id="rId6" Type="http://schemas.openxmlformats.org/officeDocument/2006/relationships/image" Target="../media/image1094.jpg"/><Relationship Id="rId7" Type="http://schemas.openxmlformats.org/officeDocument/2006/relationships/image" Target="../media/image109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96.jpg"/><Relationship Id="rId4" Type="http://schemas.openxmlformats.org/officeDocument/2006/relationships/image" Target="../media/image1097.jpg"/><Relationship Id="rId5" Type="http://schemas.openxmlformats.org/officeDocument/2006/relationships/image" Target="../media/image1098.jpg"/><Relationship Id="rId6" Type="http://schemas.openxmlformats.org/officeDocument/2006/relationships/image" Target="../media/image109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0.jpg"/><Relationship Id="rId3" Type="http://schemas.openxmlformats.org/officeDocument/2006/relationships/image" Target="../media/image1101.jpg"/><Relationship Id="rId4" Type="http://schemas.openxmlformats.org/officeDocument/2006/relationships/image" Target="../media/image1102.jpg"/><Relationship Id="rId5" Type="http://schemas.openxmlformats.org/officeDocument/2006/relationships/image" Target="../media/image30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3.jpg"/><Relationship Id="rId3" Type="http://schemas.openxmlformats.org/officeDocument/2006/relationships/image" Target="../media/image1104.jpg"/><Relationship Id="rId4" Type="http://schemas.openxmlformats.org/officeDocument/2006/relationships/image" Target="../media/image1105.jpg"/><Relationship Id="rId5" Type="http://schemas.openxmlformats.org/officeDocument/2006/relationships/image" Target="../media/image110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7.jpg"/><Relationship Id="rId3" Type="http://schemas.openxmlformats.org/officeDocument/2006/relationships/image" Target="../media/image1108.jpg"/><Relationship Id="rId4" Type="http://schemas.openxmlformats.org/officeDocument/2006/relationships/image" Target="../media/image1109.jpg"/><Relationship Id="rId5" Type="http://schemas.openxmlformats.org/officeDocument/2006/relationships/image" Target="../media/image1110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1.jpg"/><Relationship Id="rId3" Type="http://schemas.openxmlformats.org/officeDocument/2006/relationships/image" Target="../media/image1112.jpg"/><Relationship Id="rId4" Type="http://schemas.openxmlformats.org/officeDocument/2006/relationships/image" Target="../media/image1113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4.jpg"/><Relationship Id="rId3" Type="http://schemas.openxmlformats.org/officeDocument/2006/relationships/image" Target="../media/image1115.jpg"/><Relationship Id="rId4" Type="http://schemas.openxmlformats.org/officeDocument/2006/relationships/image" Target="../media/image1116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7.jpg"/><Relationship Id="rId3" Type="http://schemas.openxmlformats.org/officeDocument/2006/relationships/image" Target="../media/image111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9.jpg"/><Relationship Id="rId3" Type="http://schemas.openxmlformats.org/officeDocument/2006/relationships/image" Target="../media/image1120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1.jpg"/><Relationship Id="rId3" Type="http://schemas.openxmlformats.org/officeDocument/2006/relationships/image" Target="../media/image112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3.jpg"/><Relationship Id="rId3" Type="http://schemas.openxmlformats.org/officeDocument/2006/relationships/image" Target="../media/image112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5.jpg"/><Relationship Id="rId3" Type="http://schemas.openxmlformats.org/officeDocument/2006/relationships/image" Target="../media/image112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1.jpg"/><Relationship Id="rId3" Type="http://schemas.openxmlformats.org/officeDocument/2006/relationships/image" Target="../media/image112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8.jpg"/><Relationship Id="rId3" Type="http://schemas.openxmlformats.org/officeDocument/2006/relationships/image" Target="../media/image1129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9.jpg"/><Relationship Id="rId3" Type="http://schemas.openxmlformats.org/officeDocument/2006/relationships/image" Target="../media/image1130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1.jpg"/><Relationship Id="rId3" Type="http://schemas.openxmlformats.org/officeDocument/2006/relationships/image" Target="../media/image1132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3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4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5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6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11643055" cy="786384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600" b="1">
                <a:solidFill>
                  <a:srgbClr val="E8DCC0"/>
                </a:solidFill>
              </a:rPr>
              <a:t>Creature art review — drag a creature into the band you want</a:t>
            </a:r>
          </a:p>
          <a:p>
            <a:pPr algn="l"/>
            <a:r>
              <a:rPr sz="1100">
                <a:solidFill>
                  <a:srgbClr val="B3A68D"/>
                </a:solidFill>
              </a:rPr>
              <a:t>One slide per biome cluster.  all 57 clusters   ·   register built 2026-09-05T16:56:05Z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11551615" cy="65836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4F8A55"/>
                </a:solidFill>
              </a:rPr>
              <a:t>KEEP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051560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the shipping art is good enough — no work queued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11551615" cy="65836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C08A2E"/>
                </a:solidFill>
              </a:rPr>
              <a:t>REGENERATE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01368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art must be redrawn; the size on the map is right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51176"/>
            <a:ext cx="11551615" cy="65836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51176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C2632E"/>
                </a:solidFill>
              </a:rPr>
              <a:t>REGEN + RESCALE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51176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redraw AND change drawSize — it renders at the wrong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300984"/>
            <a:ext cx="11551615" cy="65836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00984"/>
            <a:ext cx="2377440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600" b="1">
                <a:solidFill>
                  <a:srgbClr val="9C3F52"/>
                </a:solidFill>
              </a:rPr>
              <a:t>CUT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00984"/>
            <a:ext cx="8625535" cy="658368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1200" b="0">
                <a:solidFill>
                  <a:srgbClr val="4A4238"/>
                </a:solidFill>
              </a:rPr>
              <a:t>the creature leaves the planet entirely (Cherry Picker)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96512"/>
            <a:ext cx="11551615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1">
                <a:solidFill>
                  <a:srgbClr val="3D372E"/>
                </a:solidFill>
              </a:rPr>
              <a:t>•  HOW TO USE IT — drag a creature's tile from the band it is in into the band you want. That drag IS the decision; nothing else needs typing.</a:t>
            </a:r>
          </a:p>
          <a:p>
            <a:r>
              <a:rPr sz="1100" b="1">
                <a:solidFill>
                  <a:srgbClr val="3D372E"/>
                </a:solidFill>
              </a:rPr>
              <a:t>•  DELETING a tile (select it, press Delete) also means CUT — same as dropping it in the CUT band.</a:t>
            </a:r>
          </a:p>
          <a:p>
            <a:r>
              <a:rPr sz="1100" b="0">
                <a:solidFill>
                  <a:srgbClr val="5A5147"/>
                </a:solidFill>
              </a:rPr>
              <a:t>•  A RED-OUTLINED tile with a ✂ on its name is ALREADY cut from the live game by Cherry Picker. That is the current state, not a ruling — leave it where it sits to keep it, or move it like any other tile.</a:t>
            </a:r>
          </a:p>
          <a:p>
            <a:r>
              <a:rPr sz="1100" b="0">
                <a:solidFill>
                  <a:srgbClr val="5A5147"/>
                </a:solidFill>
              </a:rPr>
              <a:t>•  Each tile is one grouped object: the picture and its name move together. Within a band, left → right runs smallest → largest at true in-game draw size, so the size ladder stays readable.</a:t>
            </a:r>
          </a:p>
          <a:p>
            <a:r>
              <a:rPr sz="1100" b="0">
                <a:solidFill>
                  <a:srgbClr val="5A5147"/>
                </a:solidFill>
              </a:rPr>
              <a:t>•  A big cluster runs over several slides — every page carries all four bands, so a drag never needs a slide change.</a:t>
            </a:r>
          </a:p>
          <a:p>
            <a:r>
              <a:rPr sz="1100" b="0">
                <a:solidFill>
                  <a:srgbClr val="5A5147"/>
                </a:solidFill>
              </a:rPr>
              <a:t>•  Tiles start in the band matching the CURRENT decision, so an untouched deck reads back unchanged. 1165 creatures across 57 cluster(s) on this deck.</a:t>
            </a:r>
          </a:p>
          <a:p>
            <a:r>
              <a:rPr sz="1100" b="0">
                <a:solidFill>
                  <a:srgbClr val="5A5147"/>
                </a:solidFill>
              </a:rPr>
              <a:t>•  Read it back with:  python3 design/Jawa/worldbuilding/review/deck/read_creature_deck.py &lt;your.pptx&gt;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1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(1/7)</a:t>
            </a:r>
            <a:r>
              <a:rPr sz="1000">
                <a:solidFill>
                  <a:srgbClr val="A89A80"/>
                </a:solidFill>
              </a:rPr>
              <a:t>     96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Crow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Crow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crow</a:t>
              </a:r>
            </a:p>
          </p:txBody>
        </p:sp>
      </p:grpSp>
      <p:grpSp>
        <p:nvGrpSpPr>
          <p:cNvPr id="11" name="CR:Bluebird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Bluebir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bluebird</a:t>
              </a:r>
            </a:p>
          </p:txBody>
        </p:sp>
      </p:grpSp>
      <p:grpSp>
        <p:nvGrpSpPr>
          <p:cNvPr id="15" name="CR:TYR_KangarooRa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TYR_KangarooRa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kangaroo rat</a:t>
              </a:r>
            </a:p>
          </p:txBody>
        </p:sp>
      </p:grpSp>
      <p:grpSp>
        <p:nvGrpSpPr>
          <p:cNvPr id="19" name="CR:TYR_Mouse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20" name="Picture 19" descr="TYR_Mouse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mouse</a:t>
              </a:r>
            </a:p>
          </p:txBody>
        </p:sp>
      </p:grpSp>
      <p:grpSp>
        <p:nvGrpSpPr>
          <p:cNvPr id="23" name="CR:BMT_BloodropLarva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4" name="Picture 23" descr="BMT_BloodropLarvae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bloodrop larvae</a:t>
              </a:r>
            </a:p>
          </p:txBody>
        </p:sp>
      </p:grpSp>
      <p:grpSp>
        <p:nvGrpSpPr>
          <p:cNvPr id="26" name="CR:BMT_MossBeetleLarva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7" name="Picture 26" descr="BMT_MossBeetleLarva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moss grub</a:t>
              </a:r>
            </a:p>
          </p:txBody>
        </p:sp>
      </p:grpSp>
      <p:grpSp>
        <p:nvGrpSpPr>
          <p:cNvPr id="29" name="CR:RG_KiwiBird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30" name="Picture 29" descr="RG_KiwiBird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kiwi</a:t>
              </a:r>
            </a:p>
          </p:txBody>
        </p:sp>
      </p:grpSp>
      <p:grpSp>
        <p:nvGrpSpPr>
          <p:cNvPr id="33" name="CR:Larv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4" name="Picture 33" descr="Larv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larva</a:t>
              </a:r>
            </a:p>
          </p:txBody>
        </p:sp>
      </p:grpSp>
      <p:grpSp>
        <p:nvGrpSpPr>
          <p:cNvPr id="36" name="CR:GR_Chickenffalo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7" name="Picture 36" descr="GR_Chickenffalo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chickenffalo</a:t>
              </a:r>
            </a:p>
          </p:txBody>
        </p:sp>
      </p:grpSp>
      <p:grpSp>
        <p:nvGrpSpPr>
          <p:cNvPr id="40" name="CR:Chicken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1" name="Picture 40" descr="Chicken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chicken</a:t>
              </a:r>
            </a:p>
          </p:txBody>
        </p:sp>
      </p:grpSp>
      <p:grpSp>
        <p:nvGrpSpPr>
          <p:cNvPr id="43" name="CR:GR_Chickencat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4" name="Picture 43" descr="GR_Chickencat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Rectangle 44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chickencat</a:t>
              </a:r>
            </a:p>
          </p:txBody>
        </p:sp>
      </p:grpSp>
      <p:grpSp>
        <p:nvGrpSpPr>
          <p:cNvPr id="47" name="CR:GR_Chickenwolf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8" name="Picture 47" descr="GR_Chickenwolf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9" name="Rectangle 48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chickenwolf</a:t>
              </a:r>
            </a:p>
          </p:txBody>
        </p:sp>
      </p:grpSp>
      <p:grpSp>
        <p:nvGrpSpPr>
          <p:cNvPr id="51" name="CR:Sparrow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2" name="Picture 51" descr="Sparrow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3" name="Rectangle 52"/>
            <p:cNvSpPr/>
            <p:nvPr/>
          </p:nvSpPr>
          <p:spPr>
            <a:xfrm>
              <a:off x="757123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sparrow</a:t>
              </a:r>
            </a:p>
          </p:txBody>
        </p:sp>
      </p:grpSp>
      <p:grpSp>
        <p:nvGrpSpPr>
          <p:cNvPr id="55" name="CR:YorkshireTerrier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6" name="Picture 55" descr="YorkshireTerrier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Rectangle 56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yorkshire terrier</a:t>
              </a:r>
            </a:p>
          </p:txBody>
        </p:sp>
      </p:grpSp>
      <p:grpSp>
        <p:nvGrpSpPr>
          <p:cNvPr id="59" name="CR:GR_Chickenbear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60" name="Picture 59" descr="GR_Chickenbear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61" name="Rectangle 60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chickenbear</a:t>
              </a:r>
            </a:p>
          </p:txBody>
        </p:sp>
      </p:grpSp>
      <p:grpSp>
        <p:nvGrpSpPr>
          <p:cNvPr id="63" name="CR:SandWorm_Thing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4" name="Picture 63" descr="SandWorm_Thing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sandworm</a:t>
              </a:r>
            </a:p>
          </p:txBody>
        </p:sp>
      </p:grpSp>
      <p:grpSp>
        <p:nvGrpSpPr>
          <p:cNvPr id="66" name="CR:RSW_Mee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7" name="Picture 66" descr="RSW_Mee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mee scalefish</a:t>
              </a:r>
            </a:p>
          </p:txBody>
        </p:sp>
      </p:grpSp>
      <p:grpSp>
        <p:nvGrpSpPr>
          <p:cNvPr id="69" name="CR:RSW_Faa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70" name="Picture 69" descr="RSW_Faa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faa scalefish</a:t>
              </a:r>
            </a:p>
          </p:txBody>
        </p:sp>
      </p:grpSp>
      <p:grpSp>
        <p:nvGrpSpPr>
          <p:cNvPr id="72" name="CR:RSW_Yobshrimp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3" name="Picture 72" descr="RSW_Yobshrimp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pale yobshrimp</a:t>
              </a:r>
            </a:p>
          </p:txBody>
        </p:sp>
      </p:grpSp>
      <p:grpSp>
        <p:nvGrpSpPr>
          <p:cNvPr id="75" name="CR:RSW_SiltLamprey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6" name="Picture 75" descr="RSW_SiltLamprey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silt lamprey</a:t>
              </a:r>
            </a:p>
          </p:txBody>
        </p:sp>
      </p:grpSp>
      <p:grpSp>
        <p:nvGrpSpPr>
          <p:cNvPr id="78" name="CR:RSW_RustNipper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79" name="Picture 78" descr="RSW_RustNipper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0" name="TextBox 79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rust nipper</a:t>
              </a:r>
            </a:p>
          </p:txBody>
        </p:sp>
      </p:grpSp>
      <p:grpSp>
        <p:nvGrpSpPr>
          <p:cNvPr id="81" name="CR:VFEP_Mech_Spidermine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2" name="Picture 81" descr="VFEP_Mech_Spidermine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3" name="TextBox 82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spidermine</a:t>
              </a:r>
            </a:p>
          </p:txBody>
        </p:sp>
      </p:grpSp>
      <p:grpSp>
        <p:nvGrpSpPr>
          <p:cNvPr id="84" name="CR:VFEP_Mech_Wardrone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5" name="Picture 84" descr="VFEP_Mech_Wardrone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6" name="TextBox 85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wardrone</a:t>
              </a:r>
            </a:p>
          </p:txBody>
        </p:sp>
      </p:grpSp>
      <p:grpSp>
        <p:nvGrpSpPr>
          <p:cNvPr id="87" name="CR:GR_Catman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88" name="Picture 87" descr="GR_Catman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89" name="Rectangle 88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catman</a:t>
              </a:r>
            </a:p>
          </p:txBody>
        </p:sp>
      </p:grpSp>
      <p:grpSp>
        <p:nvGrpSpPr>
          <p:cNvPr id="91" name="CR:Cat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2" name="Picture 91" descr="Cat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Rectangle 92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</a:t>
              </a:r>
            </a:p>
          </p:txBody>
        </p:sp>
      </p:grpSp>
      <p:grpSp>
        <p:nvGrpSpPr>
          <p:cNvPr id="95" name="CR:BMT_MegaphoridLarva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6" name="Picture 95" descr="BMT_MegaphoridLarva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megaphorid maggot</a:t>
              </a:r>
            </a:p>
          </p:txBody>
        </p:sp>
      </p:grpSp>
      <p:grpSp>
        <p:nvGrpSpPr>
          <p:cNvPr id="98" name="CR:AM_Blitzkrieg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99" name="Picture 98" descr="AM_Blitzkrieg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0" name="TextBox 99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blitzkrieg</a:t>
              </a:r>
            </a:p>
          </p:txBody>
        </p:sp>
      </p:grpSp>
      <p:grpSp>
        <p:nvGrpSpPr>
          <p:cNvPr id="101" name="CR:BMT_FacetMothLarvae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2" name="Picture 101" descr="BMT_FacetMothLarvae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3" name="TextBox 102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crystalline caterpillar</a:t>
              </a:r>
            </a:p>
          </p:txBody>
        </p:sp>
      </p:grpSp>
      <p:grpSp>
        <p:nvGrpSpPr>
          <p:cNvPr id="104" name="CR:OuterRim_DUMDroid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5" name="Picture 104" descr="OuterRim_DUMDroid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DUM Repair Droid</a:t>
              </a:r>
            </a:p>
          </p:txBody>
        </p:sp>
      </p:grpSp>
      <p:grpSp>
        <p:nvGrpSpPr>
          <p:cNvPr id="107" name="CR:VGE_Astronaut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08" name="Picture 107" descr="VGE_Astronaut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astronaut</a:t>
              </a:r>
            </a:p>
          </p:txBody>
        </p:sp>
      </p:grpSp>
      <p:grpSp>
        <p:nvGrpSpPr>
          <p:cNvPr id="110" name="CR:BMT_BloodropPupa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1" name="Picture 110" descr="BMT_BloodropPupa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2" name="TextBox 111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bloodrop pupa</a:t>
              </a:r>
            </a:p>
          </p:txBody>
        </p:sp>
      </p:grpSp>
      <p:grpSp>
        <p:nvGrpSpPr>
          <p:cNvPr id="113" name="CR:BMT_CrystalBeetlePupa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4" name="Picture 113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crystalback pupa</a:t>
              </a:r>
            </a:p>
          </p:txBody>
        </p:sp>
      </p:grpSp>
      <p:grpSp>
        <p:nvGrpSpPr>
          <p:cNvPr id="116" name="CR:BMT_FoundryBeetlePupa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17" name="Picture 116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18" name="TextBox 117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foundry pupa</a:t>
              </a:r>
            </a:p>
          </p:txBody>
        </p:sp>
      </p:grpSp>
      <p:grpSp>
        <p:nvGrpSpPr>
          <p:cNvPr id="119" name="CR:BMT_JewelBeetlePupa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0" name="Picture 119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1" name="TextBox 120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jewel pupa</a:t>
              </a:r>
            </a:p>
          </p:txBody>
        </p:sp>
      </p:grpSp>
      <p:grpSp>
        <p:nvGrpSpPr>
          <p:cNvPr id="122" name="CR:BMT_MossBeetlePupa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23" name="Picture 122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24" name="TextBox 123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moss pupa</a:t>
              </a:r>
            </a:p>
          </p:txBody>
        </p:sp>
      </p:grpSp>
      <p:grpSp>
        <p:nvGrpSpPr>
          <p:cNvPr id="125" name="CR:BMT_RoyalRhinoPupa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26" name="Picture 125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27" name="TextBox 126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rhino pupa</a:t>
              </a:r>
            </a:p>
          </p:txBody>
        </p:sp>
      </p:grpSp>
      <p:grpSp>
        <p:nvGrpSpPr>
          <p:cNvPr id="128" name="CR:BMT_ShatterjawBeetlePupa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29" name="Picture 128" descr="BMT_CrystalBeetlePupa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0" name="TextBox 129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shatterjaw pupa</a:t>
              </a:r>
            </a:p>
          </p:txBody>
        </p:sp>
      </p:grpSp>
      <p:grpSp>
        <p:nvGrpSpPr>
          <p:cNvPr id="131" name="CR:AM_Mech_TurboCleaner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32" name="Picture 131" descr="AM_Mech_TurboCleaner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33" name="TextBox 132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turbocleaner</a:t>
              </a:r>
            </a:p>
          </p:txBody>
        </p:sp>
      </p:grpSp>
      <p:grpSp>
        <p:nvGrpSpPr>
          <p:cNvPr id="134" name="CR:Mech_Cleansweeper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35" name="Picture 134" descr="Mech_Cleansweeper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36" name="TextBox 135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cleansweeper</a:t>
              </a:r>
            </a:p>
          </p:txBody>
        </p:sp>
      </p:grpSp>
      <p:grpSp>
        <p:nvGrpSpPr>
          <p:cNvPr id="137" name="CR:Mink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38" name="Picture 137" descr="Mink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39" name="Rectangle 138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mink</a:t>
              </a:r>
            </a:p>
          </p:txBody>
        </p:sp>
      </p:grpSp>
      <p:grpSp>
        <p:nvGrpSpPr>
          <p:cNvPr id="141" name="CR:Porcupine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42" name="Picture 141" descr="Porcupine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43" name="Rectangle 142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porcupine</a:t>
              </a:r>
            </a:p>
          </p:txBody>
        </p:sp>
      </p:grpSp>
      <p:grpSp>
        <p:nvGrpSpPr>
          <p:cNvPr id="145" name="CR:Swan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46" name="Picture 145" descr="Swan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47" name="Rectangle 146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swan</a:t>
              </a:r>
            </a:p>
          </p:txBody>
        </p:sp>
      </p:grpSp>
      <p:grpSp>
        <p:nvGrpSpPr>
          <p:cNvPr id="149" name="CR:Mech_Agrihand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50" name="Picture 149" descr="Mech_Agrihand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51" name="TextBox 150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agrihand</a:t>
              </a:r>
            </a:p>
          </p:txBody>
        </p:sp>
      </p:grpSp>
      <p:grpSp>
        <p:nvGrpSpPr>
          <p:cNvPr id="152" name="CR:Mech_Constructoid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53" name="Picture 152" descr="Mech_Constructoid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54" name="TextBox 153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constructoid</a:t>
              </a:r>
            </a:p>
          </p:txBody>
        </p:sp>
      </p:grpSp>
      <p:grpSp>
        <p:nvGrpSpPr>
          <p:cNvPr id="155" name="CR:Mech_Fabricor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56" name="Picture 155" descr="Mech_Fabricor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57" name="TextBox 156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fabricor</a:t>
              </a:r>
            </a:p>
          </p:txBody>
        </p:sp>
      </p:grpSp>
      <p:grpSp>
        <p:nvGrpSpPr>
          <p:cNvPr id="158" name="CR:AM_Mech_Guttersnipe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59" name="Picture 158" descr="AM_Mech_Guttersnipe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TextBox 159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guttersnipe</a:t>
              </a:r>
            </a:p>
          </p:txBody>
        </p:sp>
      </p:grpSp>
      <p:grpSp>
        <p:nvGrpSpPr>
          <p:cNvPr id="161" name="CR:Mech_Lifter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62" name="Picture 161" descr="Mech_Lifter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63" name="TextBox 162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lifter</a:t>
              </a:r>
            </a:p>
          </p:txBody>
        </p:sp>
      </p:grpSp>
      <p:grpSp>
        <p:nvGrpSpPr>
          <p:cNvPr id="164" name="CR:Mech_WarUrchin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65" name="Picture 164" descr="Mech_WarUrchin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66" name="TextBox 165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 urchin</a:t>
              </a:r>
            </a:p>
          </p:txBody>
        </p:sp>
      </p:grpSp>
      <p:grpSp>
        <p:nvGrpSpPr>
          <p:cNvPr id="167" name="CR:BMT_BovineBeetleLarvae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68" name="Picture 167" descr="BMT_BovineBeetleLarvae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69" name="TextBox 168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bovine grub</a:t>
              </a:r>
            </a:p>
          </p:txBody>
        </p:sp>
      </p:grpSp>
      <p:grpSp>
        <p:nvGrpSpPr>
          <p:cNvPr id="170" name="CR:BMT_CrystalBeetleLarvae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71" name="Picture 170" descr="BMT_CrystalBeetleLarvae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72" name="TextBox 171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crystalback grub</a:t>
              </a:r>
            </a:p>
          </p:txBody>
        </p:sp>
      </p:grpSp>
      <p:grpSp>
        <p:nvGrpSpPr>
          <p:cNvPr id="173" name="CR:BMT_JewelBeetleLarvae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74" name="Picture 173" descr="BMT_JewelBeetleLarvae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75" name="TextBox 174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jewel grub</a:t>
              </a:r>
            </a:p>
          </p:txBody>
        </p:sp>
      </p:grpSp>
      <p:grpSp>
        <p:nvGrpSpPr>
          <p:cNvPr id="176" name="CR:BMT_RoyalRhinoLarvae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77" name="Picture 176" descr="BMT_RoyalRhinoLarvae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78" name="TextBox 177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rhino grub</a:t>
              </a:r>
            </a:p>
          </p:txBody>
        </p:sp>
      </p:grpSp>
      <p:grpSp>
        <p:nvGrpSpPr>
          <p:cNvPr id="179" name="CR:BMT_ShatterjawBeetleLarvae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80" name="Picture 179" descr="BMT_ShatterjawBeetleLarvae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81" name="TextBox 180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shatterjaw grub</a:t>
              </a:r>
            </a:p>
          </p:txBody>
        </p:sp>
      </p:grpSp>
      <p:grpSp>
        <p:nvGrpSpPr>
          <p:cNvPr id="182" name="CR:BMT_FoundryBeetleLarvae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183" name="Picture 182" descr="BMT_FoundryBeetleLarvae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184" name="TextBox 183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foundry grub</a:t>
              </a:r>
            </a:p>
          </p:txBody>
        </p:sp>
      </p:grpSp>
      <p:grpSp>
        <p:nvGrpSpPr>
          <p:cNvPr id="185" name="CR:PrairieDog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186" name="Picture 185" descr="PrairieDog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187" name="Rectangle 186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prairie dog</a:t>
              </a:r>
            </a:p>
          </p:txBody>
        </p:sp>
      </p:grpSp>
      <p:grpSp>
        <p:nvGrpSpPr>
          <p:cNvPr id="189" name="CR:DA_SilverMole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190" name="Picture 189" descr="DA_SilverMole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191" name="Rectangle 190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silver mole</a:t>
              </a:r>
            </a:p>
          </p:txBody>
        </p:sp>
      </p:grpSp>
      <p:grpSp>
        <p:nvGrpSpPr>
          <p:cNvPr id="193" name="CR:DA_ArcticOwlcat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194" name="Picture 193" descr="DA_ArcticOwlcat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195" name="Rectangle 194"/>
            <p:cNvSpPr/>
            <p:nvPr/>
          </p:nvSpPr>
          <p:spPr>
            <a:xfrm>
              <a:off x="1130198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arctic owlcat</a:t>
              </a:r>
            </a:p>
          </p:txBody>
        </p:sp>
      </p:grpSp>
      <p:grpSp>
        <p:nvGrpSpPr>
          <p:cNvPr id="197" name="CR:DA_ForestOwlcat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198" name="Picture 197" descr="DA_ForestOwlcat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199" name="Rectangle 198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forest owlcat</a:t>
              </a:r>
            </a:p>
          </p:txBody>
        </p:sp>
      </p:grpSp>
      <p:grpSp>
        <p:nvGrpSpPr>
          <p:cNvPr id="201" name="CR:RSW_Laa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02" name="Picture 201" descr="RSW_Laa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03" name="TextBox 202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laa scalefish</a:t>
              </a:r>
            </a:p>
          </p:txBody>
        </p:sp>
      </p:grpSp>
      <p:grpSp>
        <p:nvGrpSpPr>
          <p:cNvPr id="204" name="CR:IronScruff_Jellybird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05" name="Picture 204" descr="IronScruff_Jellybird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06" name="Rectangle 205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jellybird</a:t>
              </a:r>
            </a:p>
          </p:txBody>
        </p:sp>
      </p:grpSp>
      <p:grpSp>
        <p:nvGrpSpPr>
          <p:cNvPr id="208" name="CR:Otter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09" name="Picture 208" descr="Otte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10" name="Rectangle 209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otter</a:t>
              </a:r>
            </a:p>
          </p:txBody>
        </p:sp>
      </p:grpSp>
      <p:grpSp>
        <p:nvGrpSpPr>
          <p:cNvPr id="212" name="CR:Dryad_Carrier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13" name="Picture 212" descr="Dryad_Carrier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carrier dryad</a:t>
              </a:r>
            </a:p>
          </p:txBody>
        </p:sp>
      </p:grpSp>
      <p:grpSp>
        <p:nvGrpSpPr>
          <p:cNvPr id="215" name="CR:Mech_Militor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16" name="Picture 215" descr="Mech_Militor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17" name="TextBox 216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militor</a:t>
              </a:r>
            </a:p>
          </p:txBody>
        </p:sp>
      </p:grpSp>
      <p:grpSp>
        <p:nvGrpSpPr>
          <p:cNvPr id="218" name="CR:Mech_Paramedic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19" name="Picture 218" descr="Mech_Paramedic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20" name="TextBox 219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paramedic</a:t>
              </a:r>
            </a:p>
          </p:txBody>
        </p:sp>
      </p:grpSp>
      <p:grpSp>
        <p:nvGrpSpPr>
          <p:cNvPr id="221" name="CR:OuterRim_GNKDroid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22" name="Picture 221" descr="OuterRim_GNKDroid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TextBox 222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GNK Power Droid</a:t>
              </a:r>
            </a:p>
          </p:txBody>
        </p:sp>
      </p:grpSp>
      <p:grpSp>
        <p:nvGrpSpPr>
          <p:cNvPr id="224" name="CR:RG_Rabbit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25" name="Picture 224" descr="RG_Rabbit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26" name="Rectangle 225"/>
            <p:cNvSpPr/>
            <p:nvPr/>
          </p:nvSpPr>
          <p:spPr>
            <a:xfrm>
              <a:off x="508406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rabbit</a:t>
              </a:r>
            </a:p>
          </p:txBody>
        </p:sp>
      </p:grpSp>
      <p:grpSp>
        <p:nvGrpSpPr>
          <p:cNvPr id="228" name="CR:Macaw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29" name="Picture 228" descr="Macaw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30" name="Rectangle 229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macaw</a:t>
              </a:r>
            </a:p>
          </p:txBody>
        </p:sp>
      </p:grpSp>
      <p:grpSp>
        <p:nvGrpSpPr>
          <p:cNvPr id="232" name="CR:Badger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33" name="Picture 232" descr="Badger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34" name="Rectangle 233"/>
            <p:cNvSpPr/>
            <p:nvPr/>
          </p:nvSpPr>
          <p:spPr>
            <a:xfrm>
              <a:off x="632764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badger</a:t>
              </a:r>
            </a:p>
          </p:txBody>
        </p:sp>
      </p:grpSp>
      <p:grpSp>
        <p:nvGrpSpPr>
          <p:cNvPr id="236" name="CR:Flamingo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37" name="Picture 236" descr="Flamingo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38" name="Rectangle 237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flamingo</a:t>
              </a:r>
            </a:p>
          </p:txBody>
        </p:sp>
      </p:grpSp>
      <p:grpSp>
        <p:nvGrpSpPr>
          <p:cNvPr id="240" name="CR:AA_FlamingoPhoenix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41" name="Picture 240" descr="AA_FlamingoPhoenix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42" name="Rectangle 241"/>
            <p:cNvSpPr/>
            <p:nvPr/>
          </p:nvSpPr>
          <p:spPr>
            <a:xfrm>
              <a:off x="757123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flamingo phoenix</a:t>
              </a:r>
            </a:p>
          </p:txBody>
        </p:sp>
      </p:grpSp>
      <p:grpSp>
        <p:nvGrpSpPr>
          <p:cNvPr id="244" name="CR:Goose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45" name="Picture 244" descr="Goose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46" name="TextBox 245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goose</a:t>
              </a:r>
            </a:p>
          </p:txBody>
        </p:sp>
      </p:grpSp>
      <p:grpSp>
        <p:nvGrpSpPr>
          <p:cNvPr id="247" name="CR:Heron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48" name="Picture 247" descr="Heron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49" name="Rectangle 248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heron</a:t>
              </a:r>
            </a:p>
          </p:txBody>
        </p:sp>
      </p:grpSp>
      <p:grpSp>
        <p:nvGrpSpPr>
          <p:cNvPr id="251" name="CR:Peacock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52" name="Picture 251" descr="Peacock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53" name="Rectangle 252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peafowl</a:t>
              </a:r>
            </a:p>
          </p:txBody>
        </p:sp>
      </p:grpSp>
      <p:grpSp>
        <p:nvGrpSpPr>
          <p:cNvPr id="255" name="CR:GR_Turkeyman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56" name="Picture 255" descr="GR_Turkeyman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57" name="Rectangle 256"/>
            <p:cNvSpPr/>
            <p:nvPr/>
          </p:nvSpPr>
          <p:spPr>
            <a:xfrm>
              <a:off x="1005840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turkeyman</a:t>
              </a:r>
            </a:p>
          </p:txBody>
        </p:sp>
      </p:grpSp>
      <p:grpSp>
        <p:nvGrpSpPr>
          <p:cNvPr id="259" name="CR:Penguin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60" name="Picture 259" descr="Penguin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61" name="Rectangle 260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penguin</a:t>
              </a:r>
            </a:p>
          </p:txBody>
        </p:sp>
      </p:grpSp>
      <p:grpSp>
        <p:nvGrpSpPr>
          <p:cNvPr id="263" name="CR:OuterRim_FX7Droid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64" name="Picture 263" descr="OuterRim_FX7Droid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65" name="TextBox 264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fx-7 medical droid</a:t>
              </a:r>
            </a:p>
          </p:txBody>
        </p:sp>
      </p:grpSp>
      <p:sp>
        <p:nvSpPr>
          <p:cNvPr id="266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(19 here)</a:t>
            </a:r>
          </a:p>
        </p:txBody>
      </p:sp>
      <p:grpSp>
        <p:nvGrpSpPr>
          <p:cNvPr id="269" name="CR:Drone_Wasp"/>
          <p:cNvGrpSpPr/>
          <p:nvPr/>
        </p:nvGrpSpPr>
        <p:grpSpPr>
          <a:xfrm>
            <a:off x="73152" y="3877056"/>
            <a:ext cx="621792" cy="704088"/>
            <a:chOff x="73152" y="3877056"/>
            <a:chExt cx="621792" cy="704088"/>
          </a:xfrm>
        </p:grpSpPr>
        <p:pic>
          <p:nvPicPr>
            <p:cNvPr id="270" name="Picture 269" descr="Drone_Wasp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109728" y="3877056"/>
              <a:ext cx="548640" cy="548640"/>
            </a:xfrm>
            <a:prstGeom prst="rect">
              <a:avLst/>
            </a:prstGeom>
          </p:spPr>
        </p:pic>
        <p:sp>
          <p:nvSpPr>
            <p:cNvPr id="271" name="TextBox 270"/>
            <p:cNvSpPr txBox="1"/>
            <p:nvPr/>
          </p:nvSpPr>
          <p:spPr>
            <a:xfrm>
              <a:off x="7315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wasp</a:t>
              </a:r>
            </a:p>
          </p:txBody>
        </p:sp>
      </p:grpSp>
      <p:grpSp>
        <p:nvGrpSpPr>
          <p:cNvPr id="272" name="CR:Drone_Hunter"/>
          <p:cNvGrpSpPr/>
          <p:nvPr/>
        </p:nvGrpSpPr>
        <p:grpSpPr>
          <a:xfrm>
            <a:off x="694944" y="3877056"/>
            <a:ext cx="621792" cy="704088"/>
            <a:chOff x="694944" y="3877056"/>
            <a:chExt cx="621792" cy="704088"/>
          </a:xfrm>
        </p:grpSpPr>
        <p:pic>
          <p:nvPicPr>
            <p:cNvPr id="273" name="Picture 272" descr="Drone_Hunter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731520" y="3877056"/>
              <a:ext cx="548640" cy="548640"/>
            </a:xfrm>
            <a:prstGeom prst="rect">
              <a:avLst/>
            </a:prstGeom>
          </p:spPr>
        </p:pic>
        <p:sp>
          <p:nvSpPr>
            <p:cNvPr id="274" name="TextBox 273"/>
            <p:cNvSpPr txBox="1"/>
            <p:nvPr/>
          </p:nvSpPr>
          <p:spPr>
            <a:xfrm>
              <a:off x="69494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hunter drone</a:t>
              </a:r>
            </a:p>
          </p:txBody>
        </p:sp>
      </p:grpSp>
      <p:grpSp>
        <p:nvGrpSpPr>
          <p:cNvPr id="275" name="CR:Dryad_Basic"/>
          <p:cNvGrpSpPr/>
          <p:nvPr/>
        </p:nvGrpSpPr>
        <p:grpSpPr>
          <a:xfrm>
            <a:off x="1316736" y="3877056"/>
            <a:ext cx="621792" cy="704088"/>
            <a:chOff x="1316736" y="3877056"/>
            <a:chExt cx="621792" cy="704088"/>
          </a:xfrm>
        </p:grpSpPr>
        <p:pic>
          <p:nvPicPr>
            <p:cNvPr id="276" name="Picture 275" descr="Dryad_Basic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353312" y="3877056"/>
              <a:ext cx="548640" cy="548640"/>
            </a:xfrm>
            <a:prstGeom prst="rect">
              <a:avLst/>
            </a:prstGeom>
          </p:spPr>
        </p:pic>
        <p:sp>
          <p:nvSpPr>
            <p:cNvPr id="277" name="TextBox 276"/>
            <p:cNvSpPr txBox="1"/>
            <p:nvPr/>
          </p:nvSpPr>
          <p:spPr>
            <a:xfrm>
              <a:off x="131673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immature dryad</a:t>
              </a:r>
            </a:p>
          </p:txBody>
        </p:sp>
      </p:grpSp>
      <p:grpSp>
        <p:nvGrpSpPr>
          <p:cNvPr id="278" name="CR:OuterRim_MSEDroid"/>
          <p:cNvGrpSpPr/>
          <p:nvPr/>
        </p:nvGrpSpPr>
        <p:grpSpPr>
          <a:xfrm>
            <a:off x="1938528" y="3877056"/>
            <a:ext cx="621792" cy="704088"/>
            <a:chOff x="1938528" y="3877056"/>
            <a:chExt cx="621792" cy="704088"/>
          </a:xfrm>
        </p:grpSpPr>
        <p:pic>
          <p:nvPicPr>
            <p:cNvPr id="279" name="Picture 278" descr="OuterRim_MSEDroid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975104" y="3877056"/>
              <a:ext cx="548640" cy="548640"/>
            </a:xfrm>
            <a:prstGeom prst="rect">
              <a:avLst/>
            </a:prstGeom>
          </p:spPr>
        </p:pic>
        <p:sp>
          <p:nvSpPr>
            <p:cNvPr id="280" name="TextBox 279"/>
            <p:cNvSpPr txBox="1"/>
            <p:nvPr/>
          </p:nvSpPr>
          <p:spPr>
            <a:xfrm>
              <a:off x="193852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MSE Repair Droid</a:t>
              </a:r>
            </a:p>
          </p:txBody>
        </p:sp>
      </p:grpSp>
      <p:grpSp>
        <p:nvGrpSpPr>
          <p:cNvPr id="281" name="CR:Fingerspike"/>
          <p:cNvGrpSpPr/>
          <p:nvPr/>
        </p:nvGrpSpPr>
        <p:grpSpPr>
          <a:xfrm>
            <a:off x="2560320" y="3877056"/>
            <a:ext cx="621792" cy="704088"/>
            <a:chOff x="2560320" y="3877056"/>
            <a:chExt cx="621792" cy="704088"/>
          </a:xfrm>
        </p:grpSpPr>
        <p:pic>
          <p:nvPicPr>
            <p:cNvPr id="282" name="Picture 281" descr="Fingerspike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2596896" y="3877056"/>
              <a:ext cx="548640" cy="548640"/>
            </a:xfrm>
            <a:prstGeom prst="rect">
              <a:avLst/>
            </a:prstGeom>
          </p:spPr>
        </p:pic>
        <p:sp>
          <p:nvSpPr>
            <p:cNvPr id="283" name="TextBox 282"/>
            <p:cNvSpPr txBox="1"/>
            <p:nvPr/>
          </p:nvSpPr>
          <p:spPr>
            <a:xfrm>
              <a:off x="256032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fingerspike</a:t>
              </a:r>
            </a:p>
          </p:txBody>
        </p:sp>
      </p:grpSp>
      <p:grpSp>
        <p:nvGrpSpPr>
          <p:cNvPr id="284" name="CR:FleshmassNucleus"/>
          <p:cNvGrpSpPr/>
          <p:nvPr/>
        </p:nvGrpSpPr>
        <p:grpSpPr>
          <a:xfrm>
            <a:off x="3182112" y="3877056"/>
            <a:ext cx="621792" cy="704088"/>
            <a:chOff x="3182112" y="3877056"/>
            <a:chExt cx="621792" cy="704088"/>
          </a:xfrm>
        </p:grpSpPr>
        <p:pic>
          <p:nvPicPr>
            <p:cNvPr id="285" name="Picture 284" descr="FleshmassNucleus.112.jpg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3218688" y="3877056"/>
              <a:ext cx="548640" cy="548640"/>
            </a:xfrm>
            <a:prstGeom prst="rect">
              <a:avLst/>
            </a:prstGeom>
          </p:spPr>
        </p:pic>
        <p:sp>
          <p:nvSpPr>
            <p:cNvPr id="286" name="TextBox 285"/>
            <p:cNvSpPr txBox="1"/>
            <p:nvPr/>
          </p:nvSpPr>
          <p:spPr>
            <a:xfrm>
              <a:off x="318211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fleshmass nucleus</a:t>
              </a:r>
            </a:p>
          </p:txBody>
        </p:sp>
      </p:grpSp>
      <p:grpSp>
        <p:nvGrpSpPr>
          <p:cNvPr id="287" name="CR:Metalhorror"/>
          <p:cNvGrpSpPr/>
          <p:nvPr/>
        </p:nvGrpSpPr>
        <p:grpSpPr>
          <a:xfrm>
            <a:off x="3803904" y="3877056"/>
            <a:ext cx="621792" cy="704088"/>
            <a:chOff x="3803904" y="3877056"/>
            <a:chExt cx="621792" cy="704088"/>
          </a:xfrm>
        </p:grpSpPr>
        <p:pic>
          <p:nvPicPr>
            <p:cNvPr id="288" name="Picture 287" descr="Metalhorror.112.jpg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3840480" y="3877056"/>
              <a:ext cx="548640" cy="548640"/>
            </a:xfrm>
            <a:prstGeom prst="rect">
              <a:avLst/>
            </a:prstGeom>
          </p:spPr>
        </p:pic>
        <p:sp>
          <p:nvSpPr>
            <p:cNvPr id="289" name="TextBox 288"/>
            <p:cNvSpPr txBox="1"/>
            <p:nvPr/>
          </p:nvSpPr>
          <p:spPr>
            <a:xfrm>
              <a:off x="380390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metalhorror</a:t>
              </a:r>
            </a:p>
          </p:txBody>
        </p:sp>
      </p:grpSp>
      <p:grpSp>
        <p:nvGrpSpPr>
          <p:cNvPr id="290" name="CR:Toughspike"/>
          <p:cNvGrpSpPr/>
          <p:nvPr/>
        </p:nvGrpSpPr>
        <p:grpSpPr>
          <a:xfrm>
            <a:off x="4425696" y="3877056"/>
            <a:ext cx="621792" cy="704088"/>
            <a:chOff x="4425696" y="3877056"/>
            <a:chExt cx="621792" cy="704088"/>
          </a:xfrm>
        </p:grpSpPr>
        <p:pic>
          <p:nvPicPr>
            <p:cNvPr id="291" name="Picture 290" descr="Toughspike.112.jpg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4462272" y="3877056"/>
              <a:ext cx="548640" cy="548640"/>
            </a:xfrm>
            <a:prstGeom prst="rect">
              <a:avLst/>
            </a:prstGeom>
          </p:spPr>
        </p:pic>
        <p:sp>
          <p:nvSpPr>
            <p:cNvPr id="292" name="TextBox 291"/>
            <p:cNvSpPr txBox="1"/>
            <p:nvPr/>
          </p:nvSpPr>
          <p:spPr>
            <a:xfrm>
              <a:off x="442569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toughspike</a:t>
              </a:r>
            </a:p>
          </p:txBody>
        </p:sp>
      </p:grpSp>
      <p:grpSp>
        <p:nvGrpSpPr>
          <p:cNvPr id="293" name="CR:Mech_Pikeman"/>
          <p:cNvGrpSpPr/>
          <p:nvPr/>
        </p:nvGrpSpPr>
        <p:grpSpPr>
          <a:xfrm>
            <a:off x="5047488" y="3877056"/>
            <a:ext cx="621792" cy="704088"/>
            <a:chOff x="5047488" y="3877056"/>
            <a:chExt cx="621792" cy="704088"/>
          </a:xfrm>
        </p:grpSpPr>
        <p:pic>
          <p:nvPicPr>
            <p:cNvPr id="294" name="Picture 293" descr="Mech_Pikeman.112.jpg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5084064" y="3877056"/>
              <a:ext cx="548640" cy="548640"/>
            </a:xfrm>
            <a:prstGeom prst="rect">
              <a:avLst/>
            </a:prstGeom>
          </p:spPr>
        </p:pic>
        <p:sp>
          <p:nvSpPr>
            <p:cNvPr id="295" name="TextBox 294"/>
            <p:cNvSpPr txBox="1"/>
            <p:nvPr/>
          </p:nvSpPr>
          <p:spPr>
            <a:xfrm>
              <a:off x="504748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pikeman</a:t>
              </a:r>
            </a:p>
          </p:txBody>
        </p:sp>
      </p:grpSp>
      <p:grpSp>
        <p:nvGrpSpPr>
          <p:cNvPr id="296" name="CR:Mech_Centurion"/>
          <p:cNvGrpSpPr/>
          <p:nvPr/>
        </p:nvGrpSpPr>
        <p:grpSpPr>
          <a:xfrm>
            <a:off x="5669280" y="3877056"/>
            <a:ext cx="621792" cy="704088"/>
            <a:chOff x="5669280" y="3877056"/>
            <a:chExt cx="621792" cy="704088"/>
          </a:xfrm>
        </p:grpSpPr>
        <p:pic>
          <p:nvPicPr>
            <p:cNvPr id="297" name="Picture 296" descr="Mech_Centurion.112.jpg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5705856" y="3877056"/>
              <a:ext cx="548640" cy="54864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566928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centurion</a:t>
              </a:r>
            </a:p>
          </p:txBody>
        </p:sp>
      </p:grpSp>
      <p:grpSp>
        <p:nvGrpSpPr>
          <p:cNvPr id="299" name="CR:Chimera"/>
          <p:cNvGrpSpPr/>
          <p:nvPr/>
        </p:nvGrpSpPr>
        <p:grpSpPr>
          <a:xfrm>
            <a:off x="6291072" y="3877056"/>
            <a:ext cx="621792" cy="704088"/>
            <a:chOff x="6291072" y="3877056"/>
            <a:chExt cx="621792" cy="704088"/>
          </a:xfrm>
        </p:grpSpPr>
        <p:pic>
          <p:nvPicPr>
            <p:cNvPr id="300" name="Picture 299" descr="Chimera.112.jpg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6327648" y="3877056"/>
              <a:ext cx="548640" cy="548640"/>
            </a:xfrm>
            <a:prstGeom prst="rect">
              <a:avLst/>
            </a:prstGeom>
          </p:spPr>
        </p:pic>
        <p:sp>
          <p:nvSpPr>
            <p:cNvPr id="301" name="TextBox 300"/>
            <p:cNvSpPr txBox="1"/>
            <p:nvPr/>
          </p:nvSpPr>
          <p:spPr>
            <a:xfrm>
              <a:off x="629107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chimera</a:t>
              </a:r>
            </a:p>
          </p:txBody>
        </p:sp>
      </p:grpSp>
      <p:grpSp>
        <p:nvGrpSpPr>
          <p:cNvPr id="302" name="CR:Cow"/>
          <p:cNvGrpSpPr/>
          <p:nvPr/>
        </p:nvGrpSpPr>
        <p:grpSpPr>
          <a:xfrm>
            <a:off x="6912864" y="3877056"/>
            <a:ext cx="621792" cy="704088"/>
            <a:chOff x="6912864" y="3877056"/>
            <a:chExt cx="621792" cy="704088"/>
          </a:xfrm>
        </p:grpSpPr>
        <p:pic>
          <p:nvPicPr>
            <p:cNvPr id="303" name="Picture 302" descr="Cow.112.jpg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6949440" y="3877056"/>
              <a:ext cx="548640" cy="548640"/>
            </a:xfrm>
            <a:prstGeom prst="rect">
              <a:avLst/>
            </a:prstGeom>
          </p:spPr>
        </p:pic>
        <p:sp>
          <p:nvSpPr>
            <p:cNvPr id="304" name="TextBox 303"/>
            <p:cNvSpPr txBox="1"/>
            <p:nvPr/>
          </p:nvSpPr>
          <p:spPr>
            <a:xfrm>
              <a:off x="691286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cow</a:t>
              </a:r>
            </a:p>
          </p:txBody>
        </p:sp>
      </p:grpSp>
      <p:grpSp>
        <p:nvGrpSpPr>
          <p:cNvPr id="305" name="CR:Mech_Termite"/>
          <p:cNvGrpSpPr/>
          <p:nvPr/>
        </p:nvGrpSpPr>
        <p:grpSpPr>
          <a:xfrm>
            <a:off x="7534656" y="3877056"/>
            <a:ext cx="621792" cy="704088"/>
            <a:chOff x="7534656" y="3877056"/>
            <a:chExt cx="621792" cy="704088"/>
          </a:xfrm>
        </p:grpSpPr>
        <p:pic>
          <p:nvPicPr>
            <p:cNvPr id="306" name="Picture 305" descr="Mech_Termite.112.jpg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571232" y="3877056"/>
              <a:ext cx="548640" cy="548640"/>
            </a:xfrm>
            <a:prstGeom prst="rect">
              <a:avLst/>
            </a:prstGeom>
          </p:spPr>
        </p:pic>
        <p:sp>
          <p:nvSpPr>
            <p:cNvPr id="307" name="TextBox 306"/>
            <p:cNvSpPr txBox="1"/>
            <p:nvPr/>
          </p:nvSpPr>
          <p:spPr>
            <a:xfrm>
              <a:off x="753465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termite</a:t>
              </a:r>
            </a:p>
          </p:txBody>
        </p:sp>
      </p:grpSp>
      <p:grpSp>
        <p:nvGrpSpPr>
          <p:cNvPr id="308" name="CR:Mech_CentipedeBlaster"/>
          <p:cNvGrpSpPr/>
          <p:nvPr/>
        </p:nvGrpSpPr>
        <p:grpSpPr>
          <a:xfrm>
            <a:off x="8156448" y="3877056"/>
            <a:ext cx="621792" cy="704088"/>
            <a:chOff x="8156448" y="3877056"/>
            <a:chExt cx="621792" cy="704088"/>
          </a:xfrm>
        </p:grpSpPr>
        <p:pic>
          <p:nvPicPr>
            <p:cNvPr id="309" name="Picture 308" descr="Mech_CentipedeBlaster.112.jpg"/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8193024" y="3877056"/>
              <a:ext cx="548640" cy="548640"/>
            </a:xfrm>
            <a:prstGeom prst="rect">
              <a:avLst/>
            </a:prstGeom>
          </p:spPr>
        </p:pic>
        <p:sp>
          <p:nvSpPr>
            <p:cNvPr id="310" name="TextBox 309"/>
            <p:cNvSpPr txBox="1"/>
            <p:nvPr/>
          </p:nvSpPr>
          <p:spPr>
            <a:xfrm>
              <a:off x="815644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centipede blaster</a:t>
              </a:r>
            </a:p>
          </p:txBody>
        </p:sp>
      </p:grpSp>
      <p:grpSp>
        <p:nvGrpSpPr>
          <p:cNvPr id="311" name="CR:Mech_CentipedeBurner"/>
          <p:cNvGrpSpPr/>
          <p:nvPr/>
        </p:nvGrpSpPr>
        <p:grpSpPr>
          <a:xfrm>
            <a:off x="8778240" y="3877056"/>
            <a:ext cx="621792" cy="704088"/>
            <a:chOff x="8778240" y="3877056"/>
            <a:chExt cx="621792" cy="704088"/>
          </a:xfrm>
        </p:grpSpPr>
        <p:pic>
          <p:nvPicPr>
            <p:cNvPr id="312" name="Picture 311" descr="Mech_CentipedeBurner.112.jpg"/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8814816" y="3877056"/>
              <a:ext cx="548640" cy="548640"/>
            </a:xfrm>
            <a:prstGeom prst="rect">
              <a:avLst/>
            </a:prstGeom>
          </p:spPr>
        </p:pic>
        <p:sp>
          <p:nvSpPr>
            <p:cNvPr id="313" name="TextBox 312"/>
            <p:cNvSpPr txBox="1"/>
            <p:nvPr/>
          </p:nvSpPr>
          <p:spPr>
            <a:xfrm>
              <a:off x="877824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centipede burner</a:t>
              </a:r>
            </a:p>
          </p:txBody>
        </p:sp>
      </p:grpSp>
      <p:grpSp>
        <p:nvGrpSpPr>
          <p:cNvPr id="314" name="CR:Mech_CentipedeGunner"/>
          <p:cNvGrpSpPr/>
          <p:nvPr/>
        </p:nvGrpSpPr>
        <p:grpSpPr>
          <a:xfrm>
            <a:off x="9400032" y="3877056"/>
            <a:ext cx="621792" cy="704088"/>
            <a:chOff x="9400032" y="3877056"/>
            <a:chExt cx="621792" cy="704088"/>
          </a:xfrm>
        </p:grpSpPr>
        <p:pic>
          <p:nvPicPr>
            <p:cNvPr id="315" name="Picture 314" descr="Mech_CentipedeGunner.112.jpg"/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9436608" y="3877056"/>
              <a:ext cx="548640" cy="548640"/>
            </a:xfrm>
            <a:prstGeom prst="rect">
              <a:avLst/>
            </a:prstGeom>
          </p:spPr>
        </p:pic>
        <p:sp>
          <p:nvSpPr>
            <p:cNvPr id="316" name="TextBox 315"/>
            <p:cNvSpPr txBox="1"/>
            <p:nvPr/>
          </p:nvSpPr>
          <p:spPr>
            <a:xfrm>
              <a:off x="940003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centipede gunner</a:t>
              </a:r>
            </a:p>
          </p:txBody>
        </p:sp>
      </p:grpSp>
      <p:grpSp>
        <p:nvGrpSpPr>
          <p:cNvPr id="317" name="CR:Bulbfreak"/>
          <p:cNvGrpSpPr/>
          <p:nvPr/>
        </p:nvGrpSpPr>
        <p:grpSpPr>
          <a:xfrm>
            <a:off x="10021824" y="3877056"/>
            <a:ext cx="621792" cy="704088"/>
            <a:chOff x="10021824" y="3877056"/>
            <a:chExt cx="621792" cy="704088"/>
          </a:xfrm>
        </p:grpSpPr>
        <p:pic>
          <p:nvPicPr>
            <p:cNvPr id="318" name="Picture 317" descr="Bulbfreak.112.jpg"/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0058400" y="3877056"/>
              <a:ext cx="548640" cy="548640"/>
            </a:xfrm>
            <a:prstGeom prst="rect">
              <a:avLst/>
            </a:prstGeom>
          </p:spPr>
        </p:pic>
        <p:sp>
          <p:nvSpPr>
            <p:cNvPr id="319" name="TextBox 318"/>
            <p:cNvSpPr txBox="1"/>
            <p:nvPr/>
          </p:nvSpPr>
          <p:spPr>
            <a:xfrm>
              <a:off x="1002182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bulbfreak</a:t>
              </a:r>
            </a:p>
          </p:txBody>
        </p:sp>
      </p:grpSp>
      <p:grpSp>
        <p:nvGrpSpPr>
          <p:cNvPr id="320" name="CR:Mech_Diabolus"/>
          <p:cNvGrpSpPr/>
          <p:nvPr/>
        </p:nvGrpSpPr>
        <p:grpSpPr>
          <a:xfrm>
            <a:off x="10643616" y="3877056"/>
            <a:ext cx="621792" cy="704088"/>
            <a:chOff x="10643616" y="3877056"/>
            <a:chExt cx="621792" cy="704088"/>
          </a:xfrm>
        </p:grpSpPr>
        <p:pic>
          <p:nvPicPr>
            <p:cNvPr id="321" name="Picture 320" descr="Mech_Diabolus.112.jpg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680192" y="3877056"/>
              <a:ext cx="548640" cy="548640"/>
            </a:xfrm>
            <a:prstGeom prst="rect">
              <a:avLst/>
            </a:prstGeom>
          </p:spPr>
        </p:pic>
        <p:sp>
          <p:nvSpPr>
            <p:cNvPr id="322" name="TextBox 321"/>
            <p:cNvSpPr txBox="1"/>
            <p:nvPr/>
          </p:nvSpPr>
          <p:spPr>
            <a:xfrm>
              <a:off x="1064361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diabolus</a:t>
              </a:r>
            </a:p>
          </p:txBody>
        </p:sp>
      </p:grpSp>
      <p:grpSp>
        <p:nvGrpSpPr>
          <p:cNvPr id="323" name="CR:Devourer"/>
          <p:cNvGrpSpPr/>
          <p:nvPr/>
        </p:nvGrpSpPr>
        <p:grpSpPr>
          <a:xfrm>
            <a:off x="11265408" y="3877056"/>
            <a:ext cx="621792" cy="704088"/>
            <a:chOff x="11265408" y="3877056"/>
            <a:chExt cx="621792" cy="704088"/>
          </a:xfrm>
        </p:grpSpPr>
        <p:pic>
          <p:nvPicPr>
            <p:cNvPr id="324" name="Picture 323" descr="Devourer.112.jpg"/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1301984" y="3877056"/>
              <a:ext cx="548640" cy="548640"/>
            </a:xfrm>
            <a:prstGeom prst="rect">
              <a:avLst/>
            </a:prstGeom>
          </p:spPr>
        </p:pic>
        <p:sp>
          <p:nvSpPr>
            <p:cNvPr id="325" name="TextBox 324"/>
            <p:cNvSpPr txBox="1"/>
            <p:nvPr/>
          </p:nvSpPr>
          <p:spPr>
            <a:xfrm>
              <a:off x="1126540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devourer</a:t>
              </a:r>
            </a:p>
          </p:txBody>
        </p:sp>
      </p:grpSp>
      <p:sp>
        <p:nvSpPr>
          <p:cNvPr id="326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329" name="CR:Trispike"/>
          <p:cNvGrpSpPr/>
          <p:nvPr/>
        </p:nvGrpSpPr>
        <p:grpSpPr>
          <a:xfrm>
            <a:off x="73152" y="4846320"/>
            <a:ext cx="621792" cy="704088"/>
            <a:chOff x="73152" y="4846320"/>
            <a:chExt cx="621792" cy="704088"/>
          </a:xfrm>
        </p:grpSpPr>
        <p:pic>
          <p:nvPicPr>
            <p:cNvPr id="330" name="Picture 329" descr="Trispike.112.jpg"/>
            <p:cNvPicPr>
              <a:picLocks noChangeAspect="1"/>
            </p:cNvPicPr>
            <p:nvPr/>
          </p:nvPicPr>
          <p:blipFill>
            <a:blip r:embed="rId92"/>
            <a:stretch>
              <a:fillRect/>
            </a:stretch>
          </p:blipFill>
          <p:spPr>
            <a:xfrm>
              <a:off x="109728" y="4846320"/>
              <a:ext cx="548640" cy="548640"/>
            </a:xfrm>
            <a:prstGeom prst="rect">
              <a:avLst/>
            </a:prstGeom>
          </p:spPr>
        </p:pic>
        <p:sp>
          <p:nvSpPr>
            <p:cNvPr id="331" name="TextBox 330"/>
            <p:cNvSpPr txBox="1"/>
            <p:nvPr/>
          </p:nvSpPr>
          <p:spPr>
            <a:xfrm>
              <a:off x="73152" y="539496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trispike</a:t>
              </a:r>
            </a:p>
          </p:txBody>
        </p:sp>
      </p:grpSp>
      <p:sp>
        <p:nvSpPr>
          <p:cNvPr id="332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2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(2/7)</a:t>
            </a:r>
            <a:r>
              <a:rPr sz="1000">
                <a:solidFill>
                  <a:srgbClr val="A89A80"/>
                </a:solidFill>
              </a:rPr>
              <a:t>     84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BMT_FacetMothPupa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FacetMothPupa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facet pupa</a:t>
              </a:r>
            </a:p>
          </p:txBody>
        </p:sp>
      </p:grpSp>
      <p:grpSp>
        <p:nvGrpSpPr>
          <p:cNvPr id="10" name="CR:BMT_SmogPup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SmogPup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smog pupa</a:t>
              </a:r>
            </a:p>
          </p:txBody>
        </p:sp>
      </p:grpSp>
      <p:grpSp>
        <p:nvGrpSpPr>
          <p:cNvPr id="13" name="CR:Fox_Fennec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Fox_Fennec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fennec fox</a:t>
              </a:r>
            </a:p>
          </p:txBody>
        </p:sp>
      </p:grpSp>
      <p:grpSp>
        <p:nvGrpSpPr>
          <p:cNvPr id="17" name="CR:VAEWaste_Toxafox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8" name="Picture 17" descr="VAEWaste_Toxafox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toxafox</a:t>
              </a:r>
            </a:p>
          </p:txBody>
        </p:sp>
      </p:grpSp>
      <p:grpSp>
        <p:nvGrpSpPr>
          <p:cNvPr id="21" name="CR:Drone_Sentry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2" name="Picture 21" descr="Drone_Sentry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sentry drone</a:t>
              </a:r>
            </a:p>
          </p:txBody>
        </p:sp>
      </p:grpSp>
      <p:grpSp>
        <p:nvGrpSpPr>
          <p:cNvPr id="24" name="CR:GR_Mechara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5" name="Picture 24" descr="GR_Mechara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mecha-rat</a:t>
              </a:r>
            </a:p>
          </p:txBody>
        </p:sp>
      </p:grpSp>
      <p:grpSp>
        <p:nvGrpSpPr>
          <p:cNvPr id="27" name="CR:AA_PhoenixOwlcat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8" name="Picture 27" descr="AA_PhoenixOwlcat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9" name="Rectangle 28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phoenix owlcat</a:t>
              </a:r>
            </a:p>
          </p:txBody>
        </p:sp>
      </p:grpSp>
      <p:grpSp>
        <p:nvGrpSpPr>
          <p:cNvPr id="31" name="CR:Cobr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2" name="Picture 31" descr="Cobr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Rectangle 32"/>
            <p:cNvSpPr/>
            <p:nvPr/>
          </p:nvSpPr>
          <p:spPr>
            <a:xfrm>
              <a:off x="446227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cobra</a:t>
              </a:r>
            </a:p>
          </p:txBody>
        </p:sp>
      </p:grpSp>
      <p:grpSp>
        <p:nvGrpSpPr>
          <p:cNvPr id="35" name="CR:SWPotF_RaceDef_ysalamir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6" name="Picture 35" descr="SWPotF_RaceDef_ysalamir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ysalamir</a:t>
              </a:r>
            </a:p>
          </p:txBody>
        </p:sp>
      </p:grpSp>
      <p:grpSp>
        <p:nvGrpSpPr>
          <p:cNvPr id="38" name="CR:Alphabeaver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9" name="Picture 38" descr="Alphabeaver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alphabeaver</a:t>
              </a:r>
            </a:p>
          </p:txBody>
        </p:sp>
      </p:grpSp>
      <p:grpSp>
        <p:nvGrpSpPr>
          <p:cNvPr id="42" name="CR:GR_ParagonChicken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3" name="Picture 42" descr="GR_ParagonChicken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4" name="Rectangle 43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avian paragon</a:t>
              </a:r>
            </a:p>
          </p:txBody>
        </p:sp>
      </p:grpSp>
      <p:grpSp>
        <p:nvGrpSpPr>
          <p:cNvPr id="46" name="CR:AA_DevilSheep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7" name="Picture 46" descr="AA_DevilSheep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devil sheep</a:t>
              </a:r>
            </a:p>
          </p:txBody>
        </p:sp>
      </p:grpSp>
      <p:grpSp>
        <p:nvGrpSpPr>
          <p:cNvPr id="50" name="CR:OuterRim_SalvageAssistDroid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1" name="Picture 50" descr="OuterRim_SalvageAssistDroid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salvage assist droid</a:t>
              </a:r>
            </a:p>
          </p:txBody>
        </p:sp>
      </p:grpSp>
      <p:grpSp>
        <p:nvGrpSpPr>
          <p:cNvPr id="53" name="CR:SeaTurtl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4" name="Picture 53" descr="SeaTurtle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5" name="Rectangle 54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sea turtle</a:t>
              </a:r>
            </a:p>
          </p:txBody>
        </p:sp>
      </p:grpSp>
      <p:grpSp>
        <p:nvGrpSpPr>
          <p:cNvPr id="57" name="CR:Tortois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8" name="Picture 57" descr="Tortois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9" name="Rectangle 58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tortoise</a:t>
              </a:r>
            </a:p>
          </p:txBody>
        </p:sp>
      </p:grpSp>
      <p:grpSp>
        <p:nvGrpSpPr>
          <p:cNvPr id="61" name="CR:Armadillo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2" name="Picture 61" descr="Armadillo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Rectangle 62"/>
            <p:cNvSpPr/>
            <p:nvPr/>
          </p:nvSpPr>
          <p:spPr>
            <a:xfrm>
              <a:off x="943660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armadillo</a:t>
              </a:r>
            </a:p>
          </p:txBody>
        </p:sp>
      </p:grpSp>
      <p:grpSp>
        <p:nvGrpSpPr>
          <p:cNvPr id="65" name="CR:Dryad_Barkskin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6" name="Picture 65" descr="Dryad_Barkskin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7" name="TextBox 6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barkskin dryad</a:t>
              </a:r>
            </a:p>
          </p:txBody>
        </p:sp>
      </p:grpSp>
      <p:grpSp>
        <p:nvGrpSpPr>
          <p:cNvPr id="68" name="CR:Dryad_Berrymaker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69" name="Picture 68" descr="Dryad_Berrymaker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0" name="TextBox 6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berrymaker dryad</a:t>
              </a:r>
            </a:p>
          </p:txBody>
        </p:sp>
      </p:grpSp>
      <p:grpSp>
        <p:nvGrpSpPr>
          <p:cNvPr id="71" name="CR:Dryad_Clawer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2" name="Picture 71" descr="Dryad_Clawer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3" name="TextBox 7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clawer dryad</a:t>
              </a:r>
            </a:p>
          </p:txBody>
        </p:sp>
      </p:grpSp>
      <p:grpSp>
        <p:nvGrpSpPr>
          <p:cNvPr id="74" name="CR:Dryad_Gaumaker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5" name="Picture 74" descr="Dryad_Gaumaker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6" name="TextBox 7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gaumaker dryad</a:t>
              </a:r>
            </a:p>
          </p:txBody>
        </p:sp>
      </p:grpSp>
      <p:grpSp>
        <p:nvGrpSpPr>
          <p:cNvPr id="77" name="CR:Dryad_Medicinemaker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78" name="Picture 77" descr="Dryad_Medicinemaker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79" name="TextBox 7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medicinemaker dryad</a:t>
              </a:r>
            </a:p>
          </p:txBody>
        </p:sp>
      </p:grpSp>
      <p:grpSp>
        <p:nvGrpSpPr>
          <p:cNvPr id="80" name="CR:Dryad_Woodmaker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1" name="Picture 80" descr="Dryad_Woodmaker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2" name="TextBox 8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woodmaker dryad</a:t>
              </a:r>
            </a:p>
          </p:txBody>
        </p:sp>
      </p:grpSp>
      <p:grpSp>
        <p:nvGrpSpPr>
          <p:cNvPr id="83" name="CR:OuterRim_AstromechDroid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4" name="Picture 83" descr="OuterRim_AstromechDroid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Astromech Droid</a:t>
              </a:r>
            </a:p>
          </p:txBody>
        </p:sp>
      </p:grpSp>
      <p:grpSp>
        <p:nvGrpSpPr>
          <p:cNvPr id="86" name="CR:Capybara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87" name="Picture 86" descr="Capybara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88" name="Rectangle 87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capybara</a:t>
              </a:r>
            </a:p>
          </p:txBody>
        </p:sp>
      </p:grpSp>
      <p:grpSp>
        <p:nvGrpSpPr>
          <p:cNvPr id="90" name="CR:GR_Dogman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1" name="Picture 90" descr="GR_Dogman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2" name="Rectangle 91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dogman</a:t>
              </a:r>
            </a:p>
          </p:txBody>
        </p:sp>
      </p:grpSp>
      <p:grpSp>
        <p:nvGrpSpPr>
          <p:cNvPr id="94" name="CR:Seal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5" name="Picture 94" descr="Seal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6" name="Rectangle 95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seal</a:t>
              </a:r>
            </a:p>
          </p:txBody>
        </p:sp>
      </p:grpSp>
      <p:grpSp>
        <p:nvGrpSpPr>
          <p:cNvPr id="98" name="CR:Zebra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99" name="Picture 98" descr="Zebra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0" name="Rectangle 99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zebra</a:t>
              </a:r>
            </a:p>
          </p:txBody>
        </p:sp>
      </p:grpSp>
      <p:grpSp>
        <p:nvGrpSpPr>
          <p:cNvPr id="102" name="CR:AM_Mech_Artilleron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3" name="Picture 102" descr="AM_Mech_Artilleron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artilleron</a:t>
              </a:r>
            </a:p>
          </p:txBody>
        </p:sp>
      </p:grpSp>
      <p:grpSp>
        <p:nvGrpSpPr>
          <p:cNvPr id="105" name="CR:AM_Mech_Bellicor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6" name="Picture 105" descr="AM_Mech_Bellicor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7" name="TextBox 106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bellicor</a:t>
              </a:r>
            </a:p>
          </p:txBody>
        </p:sp>
      </p:grpSp>
      <p:grpSp>
        <p:nvGrpSpPr>
          <p:cNvPr id="108" name="CR:AlligatorMan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09" name="Picture 108" descr="AlligatorMan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0" name="Rectangle 109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alligator man</a:t>
              </a:r>
            </a:p>
          </p:txBody>
        </p:sp>
      </p:grpSp>
      <p:grpSp>
        <p:nvGrpSpPr>
          <p:cNvPr id="112" name="CR:BlackBearMan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3" name="Picture 112" descr="BlackBearMan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4" name="Rectangle 113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black bear man</a:t>
              </a:r>
            </a:p>
          </p:txBody>
        </p:sp>
      </p:grpSp>
      <p:grpSp>
        <p:nvGrpSpPr>
          <p:cNvPr id="116" name="CR:BMT_GlarralPenguin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7" name="Picture 116" descr="BMT_GlarralPenguin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8" name="Rectangle 117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glarral penguin</a:t>
              </a:r>
            </a:p>
          </p:txBody>
        </p:sp>
      </p:grpSp>
      <p:grpSp>
        <p:nvGrpSpPr>
          <p:cNvPr id="120" name="CR:VGE_Hunter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1" name="Picture 120" descr="VGE_Hunter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2" name="TextBox 121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hunter</a:t>
              </a:r>
            </a:p>
          </p:txBody>
        </p:sp>
      </p:grpSp>
      <p:grpSp>
        <p:nvGrpSpPr>
          <p:cNvPr id="123" name="CR:Mech_Lancer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4" name="Picture 123" descr="Mech_Lancer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5" name="TextBox 124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lancer</a:t>
              </a:r>
            </a:p>
          </p:txBody>
        </p:sp>
      </p:grpSp>
      <p:grpSp>
        <p:nvGrpSpPr>
          <p:cNvPr id="126" name="CR:Mech_Legionary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27" name="Picture 126" descr="Mech_Legionary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28" name="TextBox 127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legionary</a:t>
              </a:r>
            </a:p>
          </p:txBody>
        </p:sp>
      </p:grpSp>
      <p:grpSp>
        <p:nvGrpSpPr>
          <p:cNvPr id="129" name="CR:Mandrill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0" name="Picture 129" descr="Mandrill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1" name="Rectangle 130"/>
            <p:cNvSpPr/>
            <p:nvPr/>
          </p:nvSpPr>
          <p:spPr>
            <a:xfrm>
              <a:off x="1005840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mandrill</a:t>
              </a:r>
            </a:p>
          </p:txBody>
        </p:sp>
      </p:grpSp>
      <p:grpSp>
        <p:nvGrpSpPr>
          <p:cNvPr id="133" name="CR:MandrillMan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34" name="Picture 133" descr="MandrillMan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5" name="Rectangle 134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mandrill man</a:t>
              </a:r>
            </a:p>
          </p:txBody>
        </p:sp>
      </p:grpSp>
      <p:grpSp>
        <p:nvGrpSpPr>
          <p:cNvPr id="137" name="CR:Neanderthal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38" name="Picture 137" descr="Neanderthal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39" name="Rectangle 138"/>
            <p:cNvSpPr/>
            <p:nvPr/>
          </p:nvSpPr>
          <p:spPr>
            <a:xfrm>
              <a:off x="1130198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neanderthal</a:t>
              </a:r>
            </a:p>
          </p:txBody>
        </p:sp>
      </p:grpSp>
      <p:grpSp>
        <p:nvGrpSpPr>
          <p:cNvPr id="141" name="CR:Mech_Scyther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2" name="Picture 141" descr="Mech_Scyther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3" name="TextBox 142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scyther</a:t>
              </a:r>
            </a:p>
          </p:txBody>
        </p:sp>
      </p:grpSp>
      <p:grpSp>
        <p:nvGrpSpPr>
          <p:cNvPr id="144" name="CR:CAMech_Scyther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45" name="Picture 144" descr="Mech_Scyther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46" name="TextBox 145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summoned scyther</a:t>
              </a:r>
            </a:p>
          </p:txBody>
        </p:sp>
      </p:grpSp>
      <p:grpSp>
        <p:nvGrpSpPr>
          <p:cNvPr id="147" name="CR:Mech_Tesseron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48" name="Picture 147" descr="Mech_Tesseron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49" name="TextBox 148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tesseron</a:t>
              </a:r>
            </a:p>
          </p:txBody>
        </p:sp>
      </p:grpSp>
      <p:grpSp>
        <p:nvGrpSpPr>
          <p:cNvPr id="150" name="CR:Emu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1" name="Picture 150" descr="Emu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52" name="Rectangle 151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emu</a:t>
              </a:r>
            </a:p>
          </p:txBody>
        </p:sp>
      </p:grpSp>
      <p:grpSp>
        <p:nvGrpSpPr>
          <p:cNvPr id="154" name="CR:BiomesIslands_Flamingo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55" name="Picture 154" descr="BiomesIslands_Flamingo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56" name="Rectangle 155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rose flamingo</a:t>
              </a:r>
            </a:p>
          </p:txBody>
        </p:sp>
      </p:grpSp>
      <p:grpSp>
        <p:nvGrpSpPr>
          <p:cNvPr id="158" name="CR:IronScruff_Flatworm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59" name="Picture 158" descr="IronScruff_Flatworm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Rectangle 159"/>
            <p:cNvSpPr/>
            <p:nvPr/>
          </p:nvSpPr>
          <p:spPr>
            <a:xfrm>
              <a:off x="321868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flatworm hound</a:t>
              </a:r>
            </a:p>
          </p:txBody>
        </p:sp>
      </p:grpSp>
      <p:grpSp>
        <p:nvGrpSpPr>
          <p:cNvPr id="162" name="CR:LabradorRetriever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63" name="Picture 162" descr="LabradorRetriever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64" name="Rectangle 163"/>
            <p:cNvSpPr/>
            <p:nvPr/>
          </p:nvSpPr>
          <p:spPr>
            <a:xfrm>
              <a:off x="384048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labrador retriever</a:t>
              </a:r>
            </a:p>
          </p:txBody>
        </p:sp>
      </p:grpSp>
      <p:grpSp>
        <p:nvGrpSpPr>
          <p:cNvPr id="166" name="CR:BMT_AaroxisDendoriaLarvae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67" name="Picture 166" descr="BMT_AaroxisDendoriaLarvae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68" name="TextBox 167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cinnabar caterpillar</a:t>
              </a:r>
            </a:p>
          </p:txBody>
        </p:sp>
      </p:grpSp>
      <p:grpSp>
        <p:nvGrpSpPr>
          <p:cNvPr id="169" name="CR:BMT_SandPillar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0" name="Picture 169" descr="BMT_SandPillar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TextBox 170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sandpillar</a:t>
              </a:r>
            </a:p>
          </p:txBody>
        </p:sp>
      </p:grpSp>
      <p:grpSp>
        <p:nvGrpSpPr>
          <p:cNvPr id="172" name="CR:BMT_AaroxisDendoriaPupa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3" name="Picture 172" descr="BMT_AaroxisDendoriaPupa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74" name="TextBox 173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aaroxis dendoria pupa</a:t>
              </a:r>
            </a:p>
          </p:txBody>
        </p:sp>
      </p:grpSp>
      <p:grpSp>
        <p:nvGrpSpPr>
          <p:cNvPr id="175" name="CR:Pig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76" name="Picture 175" descr="Pig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77" name="TextBox 176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pig</a:t>
              </a:r>
            </a:p>
          </p:txBody>
        </p:sp>
      </p:grpSp>
      <p:grpSp>
        <p:nvGrpSpPr>
          <p:cNvPr id="178" name="CR:Gazelle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79" name="Picture 178" descr="Gazelle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0" name="Rectangle 179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gazelle</a:t>
              </a:r>
            </a:p>
          </p:txBody>
        </p:sp>
      </p:grpSp>
      <p:grpSp>
        <p:nvGrpSpPr>
          <p:cNvPr id="182" name="CR:ERN_Carbuncle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83" name="Picture 182" descr="ERN_Carbuncle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84" name="Rectangle 183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carbuncle</a:t>
              </a:r>
            </a:p>
          </p:txBody>
        </p:sp>
      </p:grpSp>
      <p:grpSp>
        <p:nvGrpSpPr>
          <p:cNvPr id="186" name="CR:Sightstealer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87" name="Picture 186" descr="Sightstealer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88" name="TextBox 187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sightstealer</a:t>
              </a:r>
            </a:p>
          </p:txBody>
        </p:sp>
      </p:grpSp>
      <p:grpSp>
        <p:nvGrpSpPr>
          <p:cNvPr id="189" name="CR:OuterRim_MuckrakerDroid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0" name="Picture 189" descr="OuterRim_MuckrakerDroid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1" name="TextBox 190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Muckraker Crab Droid</a:t>
              </a:r>
            </a:p>
          </p:txBody>
        </p:sp>
      </p:grpSp>
      <p:grpSp>
        <p:nvGrpSpPr>
          <p:cNvPr id="192" name="CR:SeaLion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193" name="Picture 192" descr="SeaLion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194" name="Rectangle 193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sea lion</a:t>
              </a:r>
            </a:p>
          </p:txBody>
        </p:sp>
      </p:grpSp>
      <p:grpSp>
        <p:nvGrpSpPr>
          <p:cNvPr id="196" name="CR:MO_AbominationRace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197" name="Picture 196" descr="MO_AbominationRace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TextBox 197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Abomination</a:t>
              </a:r>
            </a:p>
          </p:txBody>
        </p:sp>
      </p:grpSp>
      <p:grpSp>
        <p:nvGrpSpPr>
          <p:cNvPr id="199" name="CR:GR_Mansquirrel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0" name="Picture 199" descr="GR_Mansquirrel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01" name="Rectangle 200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mansquirrel</a:t>
              </a:r>
            </a:p>
          </p:txBody>
        </p:sp>
      </p:grpSp>
      <p:grpSp>
        <p:nvGrpSpPr>
          <p:cNvPr id="203" name="CR:Sheep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04" name="Picture 203" descr="Sheep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05" name="TextBox 204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sheep</a:t>
              </a:r>
            </a:p>
          </p:txBody>
        </p:sp>
      </p:grpSp>
      <p:grpSp>
        <p:nvGrpSpPr>
          <p:cNvPr id="206" name="CR:AA_CrystallineCaracal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07" name="Picture 206" descr="AA_CrystallineCaracal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08" name="Rectangle 207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crystalline caracal</a:t>
              </a:r>
            </a:p>
          </p:txBody>
        </p:sp>
      </p:grpSp>
      <p:grpSp>
        <p:nvGrpSpPr>
          <p:cNvPr id="210" name="CR:BogHound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11" name="Picture 210" descr="BogHound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12" name="Rectangle 211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bog hound</a:t>
              </a:r>
            </a:p>
          </p:txBody>
        </p:sp>
      </p:grpSp>
      <p:grpSp>
        <p:nvGrpSpPr>
          <p:cNvPr id="214" name="CR:CorellianHound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15" name="Picture 214" descr="CorellianHound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16" name="TextBox 215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corellian hound</a:t>
              </a:r>
            </a:p>
          </p:txBody>
        </p:sp>
      </p:grpSp>
      <p:grpSp>
        <p:nvGrpSpPr>
          <p:cNvPr id="217" name="CR:Husky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18" name="Picture 217" descr="Husky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19" name="Rectangle 218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husky</a:t>
              </a:r>
            </a:p>
          </p:txBody>
        </p:sp>
      </p:grpSp>
      <p:grpSp>
        <p:nvGrpSpPr>
          <p:cNvPr id="221" name="CR:AM_Mech_Lux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22" name="Picture 221" descr="AM_Mech_Lux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TextBox 222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lux</a:t>
              </a:r>
            </a:p>
          </p:txBody>
        </p:sp>
      </p:grpSp>
      <p:grpSp>
        <p:nvGrpSpPr>
          <p:cNvPr id="224" name="CR:AM_Mech_Munifex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25" name="Picture 224" descr="AM_Mech_Munifex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26" name="TextBox 225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munifex</a:t>
              </a:r>
            </a:p>
          </p:txBody>
        </p:sp>
      </p:grpSp>
      <p:grpSp>
        <p:nvGrpSpPr>
          <p:cNvPr id="227" name="CR:AM_Mech_Optio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28" name="Picture 227" descr="AM_Mech_Optio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29" name="TextBox 228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optio</a:t>
              </a:r>
            </a:p>
          </p:txBody>
        </p:sp>
      </p:grpSp>
      <p:grpSp>
        <p:nvGrpSpPr>
          <p:cNvPr id="230" name="CR:AM_Mech_Sagittarius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31" name="Picture 230" descr="AM_Mech_Sagittarius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32" name="TextBox 231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sagittarius</a:t>
              </a:r>
            </a:p>
          </p:txBody>
        </p:sp>
      </p:grpSp>
      <p:grpSp>
        <p:nvGrpSpPr>
          <p:cNvPr id="233" name="CR:AM_Mech_Polychoron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34" name="Picture 233" descr="AM_Mech_Polychoron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35" name="TextBox 234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polychoron</a:t>
              </a:r>
            </a:p>
          </p:txBody>
        </p:sp>
      </p:grpSp>
      <p:grpSp>
        <p:nvGrpSpPr>
          <p:cNvPr id="236" name="CR:Cassowary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37" name="Picture 236" descr="Cassowary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38" name="Rectangle 237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cassowary</a:t>
              </a:r>
            </a:p>
          </p:txBody>
        </p:sp>
      </p:grpSp>
      <p:grpSp>
        <p:nvGrpSpPr>
          <p:cNvPr id="240" name="CR:Mech_Cyclops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41" name="Picture 240" descr="Mech_Cyclops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42" name="TextBox 241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cyclops</a:t>
              </a:r>
            </a:p>
          </p:txBody>
        </p:sp>
      </p:grpSp>
      <p:grpSp>
        <p:nvGrpSpPr>
          <p:cNvPr id="243" name="CR:IronScruff_Hydrazoa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44" name="Picture 243" descr="IronScruff_Hydrazoa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45" name="Rectangle 244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hydrazoa</a:t>
              </a:r>
            </a:p>
          </p:txBody>
        </p:sp>
      </p:grpSp>
      <p:grpSp>
        <p:nvGrpSpPr>
          <p:cNvPr id="247" name="CR:Ostrich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48" name="Picture 247" descr="Ostrich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49" name="Rectangle 248"/>
            <p:cNvSpPr/>
            <p:nvPr/>
          </p:nvSpPr>
          <p:spPr>
            <a:xfrm>
              <a:off x="757123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ostrich</a:t>
              </a:r>
            </a:p>
          </p:txBody>
        </p:sp>
      </p:grpSp>
      <p:grpSp>
        <p:nvGrpSpPr>
          <p:cNvPr id="251" name="CR:Mech_Scorcher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52" name="Picture 251" descr="Mech_Scorcher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scorcher</a:t>
              </a:r>
            </a:p>
          </p:txBody>
        </p:sp>
      </p:grpSp>
      <p:grpSp>
        <p:nvGrpSpPr>
          <p:cNvPr id="254" name="CR:Mech_Tunneler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55" name="Picture 254" descr="Mech_Tunneler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56" name="TextBox 255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tunneler</a:t>
              </a:r>
            </a:p>
          </p:txBody>
        </p:sp>
      </p:grpSp>
      <p:grpSp>
        <p:nvGrpSpPr>
          <p:cNvPr id="257" name="CR:Walrus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58" name="Picture 257" descr="Walrus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59" name="Rectangle 258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walrus</a:t>
              </a:r>
            </a:p>
          </p:txBody>
        </p:sp>
      </p:grpSp>
      <p:grpSp>
        <p:nvGrpSpPr>
          <p:cNvPr id="261" name="CR:GR_Molehorse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62" name="Picture 261" descr="GR_Molehorse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63" name="Rectangle 262"/>
            <p:cNvSpPr/>
            <p:nvPr/>
          </p:nvSpPr>
          <p:spPr>
            <a:xfrm>
              <a:off x="1005840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molehorse</a:t>
              </a:r>
            </a:p>
          </p:txBody>
        </p:sp>
      </p:grpSp>
      <p:grpSp>
        <p:nvGrpSpPr>
          <p:cNvPr id="265" name="CR:MonitorLizard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66" name="Picture 265" descr="MonitorLizard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67" name="Rectangle 266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monitor lizard</a:t>
              </a:r>
            </a:p>
          </p:txBody>
        </p:sp>
      </p:grpSp>
      <p:grpSp>
        <p:nvGrpSpPr>
          <p:cNvPr id="269" name="CR:AM_Mech_MasterChef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70" name="Picture 269" descr="AM_Mech_MasterChef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71" name="TextBox 270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culinarius</a:t>
              </a:r>
            </a:p>
          </p:txBody>
        </p:sp>
      </p:grpSp>
      <p:sp>
        <p:nvSpPr>
          <p:cNvPr id="272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(8 here)</a:t>
            </a:r>
          </a:p>
        </p:txBody>
      </p:sp>
      <p:grpSp>
        <p:nvGrpSpPr>
          <p:cNvPr id="275" name="CR:AM_Goliath"/>
          <p:cNvGrpSpPr/>
          <p:nvPr/>
        </p:nvGrpSpPr>
        <p:grpSpPr>
          <a:xfrm>
            <a:off x="73152" y="3877056"/>
            <a:ext cx="621792" cy="704088"/>
            <a:chOff x="73152" y="3877056"/>
            <a:chExt cx="621792" cy="704088"/>
          </a:xfrm>
        </p:grpSpPr>
        <p:pic>
          <p:nvPicPr>
            <p:cNvPr id="276" name="Picture 275" descr="AM_Goliath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09728" y="3877056"/>
              <a:ext cx="548640" cy="548640"/>
            </a:xfrm>
            <a:prstGeom prst="rect">
              <a:avLst/>
            </a:prstGeom>
          </p:spPr>
        </p:pic>
        <p:sp>
          <p:nvSpPr>
            <p:cNvPr id="277" name="TextBox 276"/>
            <p:cNvSpPr txBox="1"/>
            <p:nvPr/>
          </p:nvSpPr>
          <p:spPr>
            <a:xfrm>
              <a:off x="7315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goliath</a:t>
              </a:r>
            </a:p>
          </p:txBody>
        </p:sp>
      </p:grpSp>
      <p:grpSp>
        <p:nvGrpSpPr>
          <p:cNvPr id="278" name="CR:AM_Mech_PristineSlurrypede"/>
          <p:cNvGrpSpPr/>
          <p:nvPr/>
        </p:nvGrpSpPr>
        <p:grpSpPr>
          <a:xfrm>
            <a:off x="694944" y="3877056"/>
            <a:ext cx="621792" cy="704088"/>
            <a:chOff x="694944" y="3877056"/>
            <a:chExt cx="621792" cy="704088"/>
          </a:xfrm>
        </p:grpSpPr>
        <p:pic>
          <p:nvPicPr>
            <p:cNvPr id="279" name="Picture 278" descr="AM_Mech_PristineSlurrypede.112.jpg"/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731520" y="3877056"/>
              <a:ext cx="548640" cy="548640"/>
            </a:xfrm>
            <a:prstGeom prst="rect">
              <a:avLst/>
            </a:prstGeom>
          </p:spPr>
        </p:pic>
        <p:sp>
          <p:nvSpPr>
            <p:cNvPr id="280" name="TextBox 279"/>
            <p:cNvSpPr txBox="1"/>
            <p:nvPr/>
          </p:nvSpPr>
          <p:spPr>
            <a:xfrm>
              <a:off x="69494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pristine slurrypede</a:t>
              </a:r>
            </a:p>
          </p:txBody>
        </p:sp>
      </p:grpSp>
      <p:grpSp>
        <p:nvGrpSpPr>
          <p:cNvPr id="281" name="CR:Thrumbo"/>
          <p:cNvGrpSpPr/>
          <p:nvPr/>
        </p:nvGrpSpPr>
        <p:grpSpPr>
          <a:xfrm>
            <a:off x="1316736" y="3877056"/>
            <a:ext cx="621792" cy="704088"/>
            <a:chOff x="1316736" y="3877056"/>
            <a:chExt cx="621792" cy="704088"/>
          </a:xfrm>
        </p:grpSpPr>
        <p:pic>
          <p:nvPicPr>
            <p:cNvPr id="282" name="Picture 281" descr="Thrumbo.112.jpg"/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1353312" y="3877056"/>
              <a:ext cx="548640" cy="548640"/>
            </a:xfrm>
            <a:prstGeom prst="rect">
              <a:avLst/>
            </a:prstGeom>
          </p:spPr>
        </p:pic>
        <p:sp>
          <p:nvSpPr>
            <p:cNvPr id="283" name="TextBox 282"/>
            <p:cNvSpPr txBox="1"/>
            <p:nvPr/>
          </p:nvSpPr>
          <p:spPr>
            <a:xfrm>
              <a:off x="131673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</a:t>
              </a:r>
            </a:p>
          </p:txBody>
        </p:sp>
      </p:grpSp>
      <p:grpSp>
        <p:nvGrpSpPr>
          <p:cNvPr id="284" name="CR:GR_Thrumboman"/>
          <p:cNvGrpSpPr/>
          <p:nvPr/>
        </p:nvGrpSpPr>
        <p:grpSpPr>
          <a:xfrm>
            <a:off x="1938528" y="3877056"/>
            <a:ext cx="621792" cy="704088"/>
            <a:chOff x="1938528" y="3877056"/>
            <a:chExt cx="621792" cy="704088"/>
          </a:xfrm>
        </p:grpSpPr>
        <p:pic>
          <p:nvPicPr>
            <p:cNvPr id="285" name="Picture 284" descr="GR_Thrumboman.112.jpg"/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1975104" y="3877056"/>
              <a:ext cx="548640" cy="548640"/>
            </a:xfrm>
            <a:prstGeom prst="rect">
              <a:avLst/>
            </a:prstGeom>
          </p:spPr>
        </p:pic>
        <p:sp>
          <p:nvSpPr>
            <p:cNvPr id="286" name="TextBox 285"/>
            <p:cNvSpPr txBox="1"/>
            <p:nvPr/>
          </p:nvSpPr>
          <p:spPr>
            <a:xfrm>
              <a:off x="1938528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thrumboman</a:t>
              </a:r>
            </a:p>
          </p:txBody>
        </p:sp>
      </p:grpSp>
      <p:grpSp>
        <p:nvGrpSpPr>
          <p:cNvPr id="287" name="CR:GR_Thrumhorse"/>
          <p:cNvGrpSpPr/>
          <p:nvPr/>
        </p:nvGrpSpPr>
        <p:grpSpPr>
          <a:xfrm>
            <a:off x="2560320" y="3877056"/>
            <a:ext cx="621792" cy="704088"/>
            <a:chOff x="2560320" y="3877056"/>
            <a:chExt cx="621792" cy="704088"/>
          </a:xfrm>
        </p:grpSpPr>
        <p:pic>
          <p:nvPicPr>
            <p:cNvPr id="288" name="Picture 287" descr="GR_Thrumhorse.112.jpg"/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2596896" y="3877056"/>
              <a:ext cx="548640" cy="548640"/>
            </a:xfrm>
            <a:prstGeom prst="rect">
              <a:avLst/>
            </a:prstGeom>
          </p:spPr>
        </p:pic>
        <p:sp>
          <p:nvSpPr>
            <p:cNvPr id="289" name="TextBox 288"/>
            <p:cNvSpPr txBox="1"/>
            <p:nvPr/>
          </p:nvSpPr>
          <p:spPr>
            <a:xfrm>
              <a:off x="2560320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thrumhorse</a:t>
              </a:r>
            </a:p>
          </p:txBody>
        </p:sp>
      </p:grpSp>
      <p:grpSp>
        <p:nvGrpSpPr>
          <p:cNvPr id="290" name="CR:AV_RowBoat"/>
          <p:cNvGrpSpPr/>
          <p:nvPr/>
        </p:nvGrpSpPr>
        <p:grpSpPr>
          <a:xfrm>
            <a:off x="3182112" y="3877056"/>
            <a:ext cx="621792" cy="704088"/>
            <a:chOff x="3182112" y="3877056"/>
            <a:chExt cx="621792" cy="704088"/>
          </a:xfrm>
        </p:grpSpPr>
        <p:pic>
          <p:nvPicPr>
            <p:cNvPr id="291" name="Picture 290" descr="AV_RowBoat.112.jpg"/>
            <p:cNvPicPr>
              <a:picLocks noChangeAspect="1"/>
            </p:cNvPicPr>
            <p:nvPr/>
          </p:nvPicPr>
          <p:blipFill>
            <a:blip r:embed="rId82"/>
            <a:stretch>
              <a:fillRect/>
            </a:stretch>
          </p:blipFill>
          <p:spPr>
            <a:xfrm>
              <a:off x="3218688" y="3877056"/>
              <a:ext cx="548640" cy="548640"/>
            </a:xfrm>
            <a:prstGeom prst="rect">
              <a:avLst/>
            </a:prstGeom>
          </p:spPr>
        </p:pic>
        <p:sp>
          <p:nvSpPr>
            <p:cNvPr id="292" name="TextBox 291"/>
            <p:cNvSpPr txBox="1"/>
            <p:nvPr/>
          </p:nvSpPr>
          <p:spPr>
            <a:xfrm>
              <a:off x="3182112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Row boat</a:t>
              </a:r>
            </a:p>
          </p:txBody>
        </p:sp>
      </p:grpSp>
      <p:grpSp>
        <p:nvGrpSpPr>
          <p:cNvPr id="293" name="CR:RUT_LongHunger"/>
          <p:cNvGrpSpPr/>
          <p:nvPr/>
        </p:nvGrpSpPr>
        <p:grpSpPr>
          <a:xfrm>
            <a:off x="3803904" y="3877056"/>
            <a:ext cx="621792" cy="704088"/>
            <a:chOff x="3803904" y="3877056"/>
            <a:chExt cx="621792" cy="704088"/>
          </a:xfrm>
        </p:grpSpPr>
        <p:pic>
          <p:nvPicPr>
            <p:cNvPr id="294" name="Picture 293" descr="RUT_LongHunger.112.jpg"/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3840480" y="3877056"/>
              <a:ext cx="548640" cy="548640"/>
            </a:xfrm>
            <a:prstGeom prst="rect">
              <a:avLst/>
            </a:prstGeom>
          </p:spPr>
        </p:pic>
        <p:sp>
          <p:nvSpPr>
            <p:cNvPr id="295" name="TextBox 294"/>
            <p:cNvSpPr txBox="1"/>
            <p:nvPr/>
          </p:nvSpPr>
          <p:spPr>
            <a:xfrm>
              <a:off x="3803904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the Long Hunger</a:t>
              </a:r>
            </a:p>
          </p:txBody>
        </p:sp>
      </p:grpSp>
      <p:grpSp>
        <p:nvGrpSpPr>
          <p:cNvPr id="296" name="CR:AV_Balloon"/>
          <p:cNvGrpSpPr/>
          <p:nvPr/>
        </p:nvGrpSpPr>
        <p:grpSpPr>
          <a:xfrm>
            <a:off x="4425696" y="3877056"/>
            <a:ext cx="621792" cy="704088"/>
            <a:chOff x="4425696" y="3877056"/>
            <a:chExt cx="621792" cy="704088"/>
          </a:xfrm>
        </p:grpSpPr>
        <p:pic>
          <p:nvPicPr>
            <p:cNvPr id="297" name="Picture 296" descr="AV_Balloon.112.jpg"/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4462272" y="3877056"/>
              <a:ext cx="548640" cy="548640"/>
            </a:xfrm>
            <a:prstGeom prst="rect">
              <a:avLst/>
            </a:prstGeom>
          </p:spPr>
        </p:pic>
        <p:sp>
          <p:nvSpPr>
            <p:cNvPr id="298" name="TextBox 297"/>
            <p:cNvSpPr txBox="1"/>
            <p:nvPr/>
          </p:nvSpPr>
          <p:spPr>
            <a:xfrm>
              <a:off x="4425696" y="442569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Balloon</a:t>
              </a:r>
            </a:p>
          </p:txBody>
        </p:sp>
      </p:grpSp>
      <p:sp>
        <p:nvSpPr>
          <p:cNvPr id="299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02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3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(3/7)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AM_Mech_Geneticor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M_Mech_Geneticor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geneticor</a:t>
              </a:r>
            </a:p>
          </p:txBody>
        </p:sp>
      </p:grpSp>
      <p:grpSp>
        <p:nvGrpSpPr>
          <p:cNvPr id="10" name="CR:GR_Boomachicke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Boomachicke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boomachicken</a:t>
              </a:r>
            </a:p>
          </p:txBody>
        </p:sp>
      </p:grpSp>
      <p:grpSp>
        <p:nvGrpSpPr>
          <p:cNvPr id="14" name="CR:GR_Mechachicken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5" name="Picture 14" descr="GR_Mechachicken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mecha-chicken</a:t>
              </a:r>
            </a:p>
          </p:txBody>
        </p:sp>
      </p:grpSp>
      <p:grpSp>
        <p:nvGrpSpPr>
          <p:cNvPr id="17" name="CR:VVE_Charley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8" name="Picture 17" descr="VVE_Charley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Charley</a:t>
              </a:r>
            </a:p>
          </p:txBody>
        </p:sp>
      </p:grpSp>
      <p:grpSp>
        <p:nvGrpSpPr>
          <p:cNvPr id="20" name="CR:OuterRim_DestroyerDroid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1" name="Picture 20" descr="OuterRim_DestroyerDroid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Destroyer Droid</a:t>
              </a:r>
            </a:p>
          </p:txBody>
        </p:sp>
      </p:grpSp>
      <p:grpSp>
        <p:nvGrpSpPr>
          <p:cNvPr id="23" name="CR:VVE_Dirtbik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4" name="Picture 23" descr="VVE_Dirtbik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Dirtbike</a:t>
              </a:r>
            </a:p>
          </p:txBody>
        </p:sp>
      </p:grpSp>
      <p:grpSp>
        <p:nvGrpSpPr>
          <p:cNvPr id="26" name="CR:AV_Hwacha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7" name="Picture 26" descr="AV_Hwacha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Hwacha</a:t>
              </a:r>
            </a:p>
          </p:txBody>
        </p:sp>
      </p:grpSp>
      <p:grpSp>
        <p:nvGrpSpPr>
          <p:cNvPr id="29" name="CR:AV_Rickshaw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0" name="Picture 29" descr="AV_Rickshaw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Rickshaw</a:t>
              </a:r>
            </a:p>
          </p:txBody>
        </p:sp>
      </p:grpSp>
      <p:grpSp>
        <p:nvGrpSpPr>
          <p:cNvPr id="32" name="CR:AV_Wheelbarrow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3" name="Picture 32" descr="AV_Wheelbarrow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Wheelbarrow</a:t>
              </a:r>
            </a:p>
          </p:txBody>
        </p:sp>
      </p:grpSp>
      <p:grpSp>
        <p:nvGrpSpPr>
          <p:cNvPr id="35" name="CR:Mech_Apocriton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6" name="Picture 35" descr="Mech_Apocriton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apocriton</a:t>
              </a:r>
            </a:p>
          </p:txBody>
        </p:sp>
      </p:grpSp>
      <p:grpSp>
        <p:nvGrpSpPr>
          <p:cNvPr id="38" name="CR:BMT_BovineBeetlePupa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9" name="Picture 38" descr="BMT_CrystalBeetlePupa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bovine pupa</a:t>
              </a:r>
            </a:p>
          </p:txBody>
        </p:sp>
      </p:grpSp>
      <p:grpSp>
        <p:nvGrpSpPr>
          <p:cNvPr id="41" name="CR:ERN_Chocobo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2" name="Picture 41" descr="ERN_Chocobo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chocobo</a:t>
              </a:r>
            </a:p>
          </p:txBody>
        </p:sp>
      </p:grpSp>
      <p:grpSp>
        <p:nvGrpSpPr>
          <p:cNvPr id="45" name="CR:GR_Mechamime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6" name="Picture 45" descr="GR_Mechamim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mecha-mime</a:t>
              </a:r>
            </a:p>
          </p:txBody>
        </p:sp>
      </p:grpSp>
      <p:grpSp>
        <p:nvGrpSpPr>
          <p:cNvPr id="48" name="CR:GR_Mechaturtl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9" name="Picture 48" descr="GR_Mechaturtle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mechaturtle</a:t>
              </a:r>
            </a:p>
          </p:txBody>
        </p:sp>
      </p:grpSp>
      <p:grpSp>
        <p:nvGrpSpPr>
          <p:cNvPr id="51" name="CR:Noctol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2" name="Picture 51" descr="Noctol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noctol</a:t>
              </a:r>
            </a:p>
          </p:txBody>
        </p:sp>
      </p:grpSp>
      <p:grpSp>
        <p:nvGrpSpPr>
          <p:cNvPr id="54" name="CR:Revenant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5" name="Picture 54" descr="Revenant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revenant</a:t>
              </a:r>
            </a:p>
          </p:txBody>
        </p:sp>
      </p:grpSp>
      <p:grpSp>
        <p:nvGrpSpPr>
          <p:cNvPr id="57" name="CR:GR_Wolfsnake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8" name="Picture 57" descr="GR_Wolfsnake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9" name="Rectangle 58"/>
            <p:cNvSpPr/>
            <p:nvPr/>
          </p:nvSpPr>
          <p:spPr>
            <a:xfrm>
              <a:off x="1005840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wolfsnake</a:t>
              </a:r>
            </a:p>
          </p:txBody>
        </p:sp>
      </p:grpSp>
      <p:grpSp>
        <p:nvGrpSpPr>
          <p:cNvPr id="61" name="CR:VAEWaste_Wasteboar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62" name="Picture 61" descr="VAEWaste_Wasteboar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Rectangle 62"/>
            <p:cNvSpPr/>
            <p:nvPr/>
          </p:nvSpPr>
          <p:spPr>
            <a:xfrm>
              <a:off x="1068019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wasteboar</a:t>
              </a:r>
            </a:p>
          </p:txBody>
        </p:sp>
      </p:grpSp>
      <p:grpSp>
        <p:nvGrpSpPr>
          <p:cNvPr id="65" name="CR:JRWAdalia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6" name="Picture 65" descr="JRWAdalia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7" name="Rectangle 66"/>
            <p:cNvSpPr/>
            <p:nvPr/>
          </p:nvSpPr>
          <p:spPr>
            <a:xfrm>
              <a:off x="1130198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Adalia</a:t>
              </a:r>
            </a:p>
          </p:txBody>
        </p:sp>
      </p:grpSp>
      <p:grpSp>
        <p:nvGrpSpPr>
          <p:cNvPr id="69" name="CR:JRWHalszkaraptor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0" name="Picture 69" descr="JRWHalszkaraptor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1" name="Rectangle 70"/>
            <p:cNvSpPr/>
            <p:nvPr/>
          </p:nvSpPr>
          <p:spPr>
            <a:xfrm>
              <a:off x="10972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Halszkaraptor</a:t>
              </a:r>
            </a:p>
          </p:txBody>
        </p:sp>
      </p:grpSp>
      <p:grpSp>
        <p:nvGrpSpPr>
          <p:cNvPr id="73" name="CR:JRWHolcorobeus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74" name="Picture 73" descr="JRWHolcorobeus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Rectangle 74"/>
            <p:cNvSpPr/>
            <p:nvPr/>
          </p:nvSpPr>
          <p:spPr>
            <a:xfrm>
              <a:off x="73152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Holcorobeus</a:t>
              </a:r>
            </a:p>
          </p:txBody>
        </p:sp>
      </p:grpSp>
      <p:grpSp>
        <p:nvGrpSpPr>
          <p:cNvPr id="77" name="CR:JRWHylonomus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8" name="Picture 77" descr="JRWHylonomus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9" name="Rectangle 78"/>
            <p:cNvSpPr/>
            <p:nvPr/>
          </p:nvSpPr>
          <p:spPr>
            <a:xfrm>
              <a:off x="135331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Hylonomus</a:t>
              </a:r>
            </a:p>
          </p:txBody>
        </p:sp>
      </p:grpSp>
      <p:grpSp>
        <p:nvGrpSpPr>
          <p:cNvPr id="81" name="CR:JRWParksosaurus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2" name="Picture 81" descr="JRWParksosaurus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3" name="Rectangle 82"/>
            <p:cNvSpPr/>
            <p:nvPr/>
          </p:nvSpPr>
          <p:spPr>
            <a:xfrm>
              <a:off x="197510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Parksosaurus</a:t>
              </a:r>
            </a:p>
          </p:txBody>
        </p:sp>
      </p:grpSp>
      <p:grpSp>
        <p:nvGrpSpPr>
          <p:cNvPr id="85" name="CR:JRWValdosaurus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86" name="Picture 85" descr="JRWValdosaurus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Rectangle 86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Valdosaurus</a:t>
              </a:r>
            </a:p>
          </p:txBody>
        </p:sp>
      </p:grpSp>
      <p:grpSp>
        <p:nvGrpSpPr>
          <p:cNvPr id="89" name="CR:JRWYi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0" name="Picture 89" descr="JRWYi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1" name="Rectangle 90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Yi</a:t>
              </a:r>
            </a:p>
          </p:txBody>
        </p:sp>
      </p:grpSp>
      <p:grpSp>
        <p:nvGrpSpPr>
          <p:cNvPr id="93" name="CR:GR_Boomwolf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4" name="Picture 93" descr="GR_Boomwolf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5" name="Rectangle 94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boomwolf</a:t>
              </a:r>
            </a:p>
          </p:txBody>
        </p:sp>
      </p:grpSp>
      <p:grpSp>
        <p:nvGrpSpPr>
          <p:cNvPr id="97" name="CR:JRWCyclosphaeroma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98" name="Picture 97" descr="JRWCyclosphaeroma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99" name="Rectangle 98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karrik</a:t>
              </a:r>
            </a:p>
          </p:txBody>
        </p:sp>
      </p:grpSp>
      <p:grpSp>
        <p:nvGrpSpPr>
          <p:cNvPr id="101" name="CR:GR_Lizardman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2" name="Picture 101" descr="GR_Lizardman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3" name="Rectangle 102"/>
            <p:cNvSpPr/>
            <p:nvPr/>
          </p:nvSpPr>
          <p:spPr>
            <a:xfrm>
              <a:off x="508406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lizardman</a:t>
              </a:r>
            </a:p>
          </p:txBody>
        </p:sp>
      </p:grpSp>
      <p:grpSp>
        <p:nvGrpSpPr>
          <p:cNvPr id="105" name="CR:JRWHypsilophodon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6" name="Picture 105" descr="JRWHypsilophodon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7" name="Rectangle 106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ssvek</a:t>
              </a:r>
            </a:p>
          </p:txBody>
        </p:sp>
      </p:grpSp>
      <p:grpSp>
        <p:nvGrpSpPr>
          <p:cNvPr id="109" name="CR:JRWZephyrosaurus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0" name="Picture 109" descr="JRWZephyrosaurus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1" name="Rectangle 110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sszhal</a:t>
              </a:r>
            </a:p>
          </p:txBody>
        </p:sp>
      </p:grpSp>
      <p:grpSp>
        <p:nvGrpSpPr>
          <p:cNvPr id="113" name="CR:Gorehulk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4" name="Picture 113" descr="Gorehulk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5" name="TextBox 114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gorehulk</a:t>
              </a:r>
            </a:p>
          </p:txBody>
        </p:sp>
      </p:grpSp>
      <p:grpSp>
        <p:nvGrpSpPr>
          <p:cNvPr id="116" name="CR:RG_Hemolope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7" name="Picture 116" descr="RG_Hemolope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8" name="Rectangle 117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hemolope</a:t>
              </a:r>
            </a:p>
          </p:txBody>
        </p:sp>
      </p:grpSp>
      <p:grpSp>
        <p:nvGrpSpPr>
          <p:cNvPr id="120" name="CR:GR_ParagonHumanoid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1" name="Picture 120" descr="GR_ParagonHumanoid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2" name="Rectangle 121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humanoid paragon</a:t>
              </a:r>
            </a:p>
          </p:txBody>
        </p:sp>
      </p:grpSp>
      <p:grpSp>
        <p:nvGrpSpPr>
          <p:cNvPr id="124" name="CR:Nociosphere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5" name="Picture 124" descr="Nociosphere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6" name="TextBox 125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nociosphere</a:t>
              </a:r>
            </a:p>
          </p:txBody>
        </p:sp>
      </p:grpSp>
      <p:grpSp>
        <p:nvGrpSpPr>
          <p:cNvPr id="127" name="CR:BMT_WasteHound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28" name="Picture 127" descr="BMT_WasteHound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29" name="Rectangle 128"/>
            <p:cNvSpPr/>
            <p:nvPr/>
          </p:nvSpPr>
          <p:spPr>
            <a:xfrm>
              <a:off x="943660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 hound</a:t>
              </a:r>
            </a:p>
          </p:txBody>
        </p:sp>
      </p:grpSp>
      <p:grpSp>
        <p:nvGrpSpPr>
          <p:cNvPr id="131" name="CR:BMT_ShatterjawBeetle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2" name="Picture 131" descr="BMT_ShatterjawBeetle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3" name="TextBox 132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shatterjaw beetle</a:t>
              </a:r>
            </a:p>
          </p:txBody>
        </p:sp>
      </p:grpSp>
      <p:grpSp>
        <p:nvGrpSpPr>
          <p:cNvPr id="134" name="CR:Cat_Scimitar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35" name="Picture 134" descr="Cat_Scimitar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6" name="Rectangle 135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scimitar cat</a:t>
              </a:r>
            </a:p>
          </p:txBody>
        </p:sp>
      </p:grpSp>
      <p:grpSp>
        <p:nvGrpSpPr>
          <p:cNvPr id="138" name="CR:GR_Wolfchicken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39" name="Picture 138" descr="GR_Wolfchicken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0" name="Rectangle 139"/>
            <p:cNvSpPr/>
            <p:nvPr/>
          </p:nvSpPr>
          <p:spPr>
            <a:xfrm>
              <a:off x="1130198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wolfchicken</a:t>
              </a:r>
            </a:p>
          </p:txBody>
        </p:sp>
      </p:grpSp>
      <p:grpSp>
        <p:nvGrpSpPr>
          <p:cNvPr id="142" name="CR:Gorilla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3" name="Picture 142" descr="Gorilla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4" name="Rectangle 143"/>
            <p:cNvSpPr/>
            <p:nvPr/>
          </p:nvSpPr>
          <p:spPr>
            <a:xfrm>
              <a:off x="10972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gorilla</a:t>
              </a:r>
            </a:p>
          </p:txBody>
        </p:sp>
      </p:grpSp>
      <p:grpSp>
        <p:nvGrpSpPr>
          <p:cNvPr id="146" name="CR:RG_Neutrolope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47" name="Picture 146" descr="RG_Neutrolope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48" name="Rectangle 147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neutrolope</a:t>
              </a:r>
            </a:p>
          </p:txBody>
        </p:sp>
      </p:grpSp>
      <p:grpSp>
        <p:nvGrpSpPr>
          <p:cNvPr id="150" name="CR:BlackBear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1" name="Picture 150" descr="BlackBear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2" name="Rectangle 151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black bear</a:t>
              </a:r>
            </a:p>
          </p:txBody>
        </p:sp>
      </p:grpSp>
      <p:grpSp>
        <p:nvGrpSpPr>
          <p:cNvPr id="154" name="CR:JRWDimetrodon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5" name="Picture 154" descr="JRWDimetrodon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56" name="Rectangle 155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sszhakar</a:t>
              </a:r>
            </a:p>
          </p:txBody>
        </p:sp>
      </p:grpSp>
      <p:grpSp>
        <p:nvGrpSpPr>
          <p:cNvPr id="158" name="CR:VAEWaste_Wastedeer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59" name="Picture 158" descr="VAEWaste_Wastedeer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Rectangle 159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wastedeer</a:t>
              </a:r>
            </a:p>
          </p:txBody>
        </p:sp>
      </p:grpSp>
      <p:grpSp>
        <p:nvGrpSpPr>
          <p:cNvPr id="162" name="CR:RSW_OpeeSeaKiller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3" name="Picture 162" descr="RSW_OpeeSeaKiller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4" name="TextBox 163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opee sea killer</a:t>
              </a:r>
            </a:p>
          </p:txBody>
        </p:sp>
      </p:grpSp>
      <p:grpSp>
        <p:nvGrpSpPr>
          <p:cNvPr id="165" name="CR:Tiger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66" name="Picture 165" descr="Tiger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67" name="Rectangle 166"/>
            <p:cNvSpPr/>
            <p:nvPr/>
          </p:nvSpPr>
          <p:spPr>
            <a:xfrm>
              <a:off x="384048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tiger</a:t>
              </a:r>
            </a:p>
          </p:txBody>
        </p:sp>
      </p:grpSp>
      <p:grpSp>
        <p:nvGrpSpPr>
          <p:cNvPr id="169" name="CR:GR_Rabbitcat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0" name="Picture 169" descr="GR_Rabbitcat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Rectangle 170"/>
            <p:cNvSpPr/>
            <p:nvPr/>
          </p:nvSpPr>
          <p:spPr>
            <a:xfrm>
              <a:off x="446227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rabbitcat</a:t>
              </a:r>
            </a:p>
          </p:txBody>
        </p:sp>
      </p:grpSp>
      <p:grpSp>
        <p:nvGrpSpPr>
          <p:cNvPr id="173" name="CR:VAEWaste_Toxlion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4" name="Picture 173" descr="VAEWaste_Toxlion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5" name="Rectangle 174"/>
            <p:cNvSpPr/>
            <p:nvPr/>
          </p:nvSpPr>
          <p:spPr>
            <a:xfrm>
              <a:off x="508406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toxlion</a:t>
              </a:r>
            </a:p>
          </p:txBody>
        </p:sp>
      </p:grpSp>
      <p:grpSp>
        <p:nvGrpSpPr>
          <p:cNvPr id="177" name="CR:JRWDinilysia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8" name="Picture 177" descr="JRWDinilysia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79" name="Rectangle 178"/>
            <p:cNvSpPr/>
            <p:nvPr/>
          </p:nvSpPr>
          <p:spPr>
            <a:xfrm>
              <a:off x="570585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sserrik</a:t>
              </a:r>
            </a:p>
          </p:txBody>
        </p:sp>
      </p:grpSp>
      <p:grpSp>
        <p:nvGrpSpPr>
          <p:cNvPr id="181" name="CR:JRWYurlunggur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2" name="Picture 181" descr="JRWYurlunggur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3" name="Rectangle 182"/>
            <p:cNvSpPr/>
            <p:nvPr/>
          </p:nvSpPr>
          <p:spPr>
            <a:xfrm>
              <a:off x="632764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sshaggan</a:t>
              </a:r>
            </a:p>
          </p:txBody>
        </p:sp>
      </p:grpSp>
      <p:grpSp>
        <p:nvGrpSpPr>
          <p:cNvPr id="185" name="CR:JRWWonambi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6" name="Picture 185" descr="JRWWonambi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7" name="Rectangle 186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ssorrak</a:t>
              </a:r>
            </a:p>
          </p:txBody>
        </p:sp>
      </p:grpSp>
      <p:grpSp>
        <p:nvGrpSpPr>
          <p:cNvPr id="189" name="CR:Muskox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90" name="Picture 189" descr="Muskox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1" name="Rectangle 190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muskox</a:t>
              </a:r>
            </a:p>
          </p:txBody>
        </p:sp>
      </p:grpSp>
      <p:grpSp>
        <p:nvGrpSpPr>
          <p:cNvPr id="193" name="CR:RSW_CrimsonOpee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4" name="Picture 193" descr="RSW_CrimsonOpee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5" name="TextBox 194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crimson opee</a:t>
              </a:r>
            </a:p>
          </p:txBody>
        </p:sp>
      </p:grpSp>
      <p:grpSp>
        <p:nvGrpSpPr>
          <p:cNvPr id="196" name="CR:AM_Daggersnout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7" name="Picture 196" descr="AM_Daggersnout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TextBox 197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daggersnout</a:t>
              </a:r>
            </a:p>
          </p:txBody>
        </p:sp>
      </p:grpSp>
      <p:grpSp>
        <p:nvGrpSpPr>
          <p:cNvPr id="199" name="CR:GR_Booman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0" name="Picture 199" descr="GR_Booman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1" name="Rectangle 200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booman</a:t>
              </a:r>
            </a:p>
          </p:txBody>
        </p:sp>
      </p:grpSp>
      <p:grpSp>
        <p:nvGrpSpPr>
          <p:cNvPr id="203" name="CR:GR_Mechacat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4" name="Picture 203" descr="GR_Mechacat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05" name="TextBox 204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mechacat</a:t>
              </a:r>
            </a:p>
          </p:txBody>
        </p:sp>
      </p:grpSp>
      <p:grpSp>
        <p:nvGrpSpPr>
          <p:cNvPr id="206" name="CR:Alligator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7" name="Picture 206" descr="Alligato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08" name="Rectangle 207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alligator</a:t>
              </a:r>
            </a:p>
          </p:txBody>
        </p:sp>
      </p:grpSp>
      <p:grpSp>
        <p:nvGrpSpPr>
          <p:cNvPr id="210" name="CR:GR_Mechawolf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1" name="Picture 210" descr="GR_Mechawolf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2" name="TextBox 211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mechawolf</a:t>
              </a:r>
            </a:p>
          </p:txBody>
        </p:sp>
      </p:grpSp>
      <p:grpSp>
        <p:nvGrpSpPr>
          <p:cNvPr id="213" name="CR:Panda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14" name="Picture 213" descr="Panda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15" name="Rectangle 214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panda</a:t>
              </a:r>
            </a:p>
          </p:txBody>
        </p:sp>
      </p:grpSp>
      <p:grpSp>
        <p:nvGrpSpPr>
          <p:cNvPr id="217" name="CR:GR_Wolffalo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18" name="Picture 217" descr="GR_Wolffalo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19" name="Rectangle 218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wolffalo</a:t>
              </a:r>
            </a:p>
          </p:txBody>
        </p:sp>
      </p:grpSp>
      <p:grpSp>
        <p:nvGrpSpPr>
          <p:cNvPr id="221" name="CR:GR_ParagonFeline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2" name="Picture 221" descr="GR_ParagonFeline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Rectangle 222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feline paragon</a:t>
              </a:r>
            </a:p>
          </p:txBody>
        </p:sp>
      </p:grpSp>
      <p:grpSp>
        <p:nvGrpSpPr>
          <p:cNvPr id="225" name="CR:GR_Boomhorse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26" name="Picture 225" descr="GR_Boomhorse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27" name="Rectangle 226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boomhorse</a:t>
              </a:r>
            </a:p>
          </p:txBody>
        </p:sp>
      </p:grpSp>
      <p:grpSp>
        <p:nvGrpSpPr>
          <p:cNvPr id="229" name="CR:GR_Cathorse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0" name="Picture 229" descr="GR_Cathorse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1" name="Rectangle 230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cathorse</a:t>
              </a:r>
            </a:p>
          </p:txBody>
        </p:sp>
      </p:grpSp>
      <p:grpSp>
        <p:nvGrpSpPr>
          <p:cNvPr id="233" name="CR:GiantAnt_Race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34" name="Picture 233" descr="GiantAnt_Race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35" name="TextBox 234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 ant</a:t>
              </a:r>
            </a:p>
          </p:txBody>
        </p:sp>
      </p:grpSp>
      <p:grpSp>
        <p:nvGrpSpPr>
          <p:cNvPr id="236" name="CR:GR_Manchicken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37" name="Picture 236" descr="GR_Manchicken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38" name="Rectangle 237"/>
            <p:cNvSpPr/>
            <p:nvPr/>
          </p:nvSpPr>
          <p:spPr>
            <a:xfrm>
              <a:off x="384048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manchicken</a:t>
              </a:r>
            </a:p>
          </p:txBody>
        </p:sp>
      </p:grpSp>
      <p:grpSp>
        <p:nvGrpSpPr>
          <p:cNvPr id="240" name="CR:Hippo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1" name="Picture 240" descr="Hippo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2" name="Rectangle 241"/>
            <p:cNvSpPr/>
            <p:nvPr/>
          </p:nvSpPr>
          <p:spPr>
            <a:xfrm>
              <a:off x="446227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hippo</a:t>
              </a:r>
            </a:p>
          </p:txBody>
        </p:sp>
      </p:grpSp>
      <p:grpSp>
        <p:nvGrpSpPr>
          <p:cNvPr id="244" name="CR:Bulwark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5" name="Picture 244" descr="Bulwark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46" name="TextBox 245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bulwark</a:t>
              </a:r>
            </a:p>
          </p:txBody>
        </p:sp>
      </p:grpSp>
      <p:grpSp>
        <p:nvGrpSpPr>
          <p:cNvPr id="247" name="CR:Procoptodon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48" name="Picture 247" descr="Procoptodon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49" name="Rectangle 248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jakkir</a:t>
              </a:r>
            </a:p>
          </p:txBody>
        </p:sp>
      </p:grpSp>
      <p:grpSp>
        <p:nvGrpSpPr>
          <p:cNvPr id="251" name="CR:AM_Aura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2" name="Picture 251" descr="AM_Aura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3" name="TextBox 252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aura</a:t>
              </a:r>
            </a:p>
          </p:txBody>
        </p:sp>
      </p:grpSp>
      <p:grpSp>
        <p:nvGrpSpPr>
          <p:cNvPr id="254" name="CR:GR_Chickenlodon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55" name="Picture 254" descr="GR_Chickenlodon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56" name="Rectangle 255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chickenlodon</a:t>
              </a:r>
            </a:p>
          </p:txBody>
        </p:sp>
      </p:grpSp>
      <p:grpSp>
        <p:nvGrpSpPr>
          <p:cNvPr id="258" name="CR:RSW_ShaleGorger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59" name="Picture 258" descr="RSW_ShaleGorger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0" name="TextBox 259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shale gorger</a:t>
              </a:r>
            </a:p>
          </p:txBody>
        </p:sp>
      </p:grpSp>
      <p:grpSp>
        <p:nvGrpSpPr>
          <p:cNvPr id="261" name="CR:ERN_BigCarbuncle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2" name="Picture 261" descr="ERN_BigCarbuncle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3" name="Rectangle 262"/>
            <p:cNvSpPr/>
            <p:nvPr/>
          </p:nvSpPr>
          <p:spPr>
            <a:xfrm>
              <a:off x="819302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grand carbuncle</a:t>
              </a:r>
            </a:p>
          </p:txBody>
        </p:sp>
      </p:grpSp>
      <p:grpSp>
        <p:nvGrpSpPr>
          <p:cNvPr id="265" name="CR:MutantCow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6" name="Picture 265" descr="MutantCow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67" name="Rectangle 266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cow</a:t>
              </a:r>
            </a:p>
          </p:txBody>
        </p:sp>
      </p:grpSp>
      <p:grpSp>
        <p:nvGrpSpPr>
          <p:cNvPr id="269" name="CR:GR_ParagonHorse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0" name="Picture 269" descr="GR_ParagonHorse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1" name="Rectangle 270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equine paragon</a:t>
              </a:r>
            </a:p>
          </p:txBody>
        </p:sp>
      </p:grpSp>
      <p:grpSp>
        <p:nvGrpSpPr>
          <p:cNvPr id="273" name="CR:GR_Mechahorse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4" name="Picture 273" descr="GR_Mechahorse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5" name="TextBox 274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mecha-horse</a:t>
              </a:r>
            </a:p>
          </p:txBody>
        </p:sp>
      </p:grpSp>
      <p:grpSp>
        <p:nvGrpSpPr>
          <p:cNvPr id="276" name="CR:MA_Manehound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77" name="Picture 276" descr="MA_Manehound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78" name="Rectangle 277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manehound</a:t>
              </a:r>
            </a:p>
          </p:txBody>
        </p:sp>
      </p:grpSp>
      <p:grpSp>
        <p:nvGrpSpPr>
          <p:cNvPr id="280" name="CR:JRWCompsognathus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1" name="Picture 280" descr="JRWCompsognathus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2" name="Rectangle 281"/>
            <p:cNvSpPr/>
            <p:nvPr/>
          </p:nvSpPr>
          <p:spPr>
            <a:xfrm>
              <a:off x="1130198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Compsognathus</a:t>
              </a:r>
            </a:p>
          </p:txBody>
        </p:sp>
      </p:grpSp>
      <p:sp>
        <p:nvSpPr>
          <p:cNvPr id="284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7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90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4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(4/7)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Prowler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Prowler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prowler</a:t>
              </a:r>
            </a:p>
          </p:txBody>
        </p:sp>
      </p:grpSp>
      <p:grpSp>
        <p:nvGrpSpPr>
          <p:cNvPr id="10" name="CR:GR_Wolfalop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Wolfalop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wolfalope</a:t>
              </a:r>
            </a:p>
          </p:txBody>
        </p:sp>
      </p:grpSp>
      <p:grpSp>
        <p:nvGrpSpPr>
          <p:cNvPr id="14" name="CR:GR_Wolfbeaver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5" name="Picture 14" descr="GR_Wolfbeaver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wolfbeaver</a:t>
              </a:r>
            </a:p>
          </p:txBody>
        </p:sp>
      </p:grpSp>
      <p:grpSp>
        <p:nvGrpSpPr>
          <p:cNvPr id="18" name="CR:GR_Beaverwolf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9" name="Picture 18" descr="GR_Beaverwolf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beaverwolf</a:t>
              </a:r>
            </a:p>
          </p:txBody>
        </p:sp>
      </p:grpSp>
      <p:grpSp>
        <p:nvGrpSpPr>
          <p:cNvPr id="22" name="CR:AM_Apoptosis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3" name="Picture 22" descr="AM_Apoptosis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apoptosis</a:t>
              </a:r>
            </a:p>
          </p:txBody>
        </p:sp>
      </p:grpSp>
      <p:grpSp>
        <p:nvGrpSpPr>
          <p:cNvPr id="25" name="CR:GR_ParagonWolf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6" name="Picture 25" descr="GR_ParagonWolf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321868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canine paragon</a:t>
              </a:r>
            </a:p>
          </p:txBody>
        </p:sp>
      </p:grpSp>
      <p:grpSp>
        <p:nvGrpSpPr>
          <p:cNvPr id="29" name="CR:GR_FleshFlies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sp>
          <p:nvSpPr>
            <p:cNvPr id="30" name="Rectangle 29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solidFill>
              <a:srgbClr val="D9D2C6"/>
            </a:solidFill>
            <a:ln w="9525">
              <a:solidFill>
                <a:srgbClr val="8A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" rIns="12700" tIns="0" bIns="0">
              <a:noAutofit/>
            </a:bodyPr>
            <a:lstStyle/>
            <a:p>
              <a:pPr algn="ctr"/>
              <a:r>
                <a:rPr sz="700" b="0">
                  <a:solidFill>
                    <a:srgbClr val="6B6155"/>
                  </a:solidFill>
                </a:rPr>
                <a:t>no art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flesh flies</a:t>
              </a:r>
            </a:p>
          </p:txBody>
        </p:sp>
      </p:grpSp>
      <p:grpSp>
        <p:nvGrpSpPr>
          <p:cNvPr id="32" name="CR:AM_PristineStride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3" name="Picture 32" descr="AM_PristineStrider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pristine strider</a:t>
              </a:r>
            </a:p>
          </p:txBody>
        </p:sp>
      </p:grpSp>
      <p:grpSp>
        <p:nvGrpSpPr>
          <p:cNvPr id="35" name="CR:GR_Wolfbear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6" name="Picture 35" descr="GR_Wolfbea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wolfbear</a:t>
              </a:r>
            </a:p>
          </p:txBody>
        </p:sp>
      </p:grpSp>
      <p:grpSp>
        <p:nvGrpSpPr>
          <p:cNvPr id="39" name="CR:GR_Wolfcat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0" name="Picture 39" descr="GR_Wolfcat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1" name="Rectangle 40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wolfcat</a:t>
              </a:r>
            </a:p>
          </p:txBody>
        </p:sp>
      </p:grpSp>
      <p:grpSp>
        <p:nvGrpSpPr>
          <p:cNvPr id="43" name="CR:VVE_Frog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4" name="Picture 43" descr="VVE_Frog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Frog</a:t>
              </a:r>
            </a:p>
          </p:txBody>
        </p:sp>
      </p:grpSp>
      <p:grpSp>
        <p:nvGrpSpPr>
          <p:cNvPr id="46" name="CR:JRWPsittacosaurus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7" name="Picture 46" descr="JRWPsittacosaurus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Psittacosaurus</a:t>
              </a:r>
            </a:p>
          </p:txBody>
        </p:sp>
      </p:grpSp>
      <p:grpSp>
        <p:nvGrpSpPr>
          <p:cNvPr id="50" name="CR:GR_MeadowLizard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1" name="Picture 50" descr="GR_MeadowLizard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meadow lizard</a:t>
              </a:r>
            </a:p>
          </p:txBody>
        </p:sp>
      </p:grpSp>
      <p:grpSp>
        <p:nvGrpSpPr>
          <p:cNvPr id="53" name="CR:GR_Mechalop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4" name="Picture 53" descr="GR_Mechalop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mechalope</a:t>
              </a:r>
            </a:p>
          </p:txBody>
        </p:sp>
      </p:grpSp>
      <p:grpSp>
        <p:nvGrpSpPr>
          <p:cNvPr id="56" name="CR:JRWMicroceratus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7" name="Picture 56" descr="JRWMicroceratus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8" name="Rectangle 57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ssbik</a:t>
              </a:r>
            </a:p>
          </p:txBody>
        </p:sp>
      </p:grpSp>
      <p:grpSp>
        <p:nvGrpSpPr>
          <p:cNvPr id="60" name="CR:GR_WoolyWolf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1" name="Picture 60" descr="GR_WoolyWolf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2" name="Rectangle 61"/>
            <p:cNvSpPr/>
            <p:nvPr/>
          </p:nvSpPr>
          <p:spPr>
            <a:xfrm>
              <a:off x="943660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wooly Wolf</a:t>
              </a:r>
            </a:p>
          </p:txBody>
        </p:sp>
      </p:grpSp>
      <p:grpSp>
        <p:nvGrpSpPr>
          <p:cNvPr id="64" name="CR:MA_Simbakub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5" name="Picture 64" descr="MA_Simbakub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6" name="Rectangle 65"/>
            <p:cNvSpPr/>
            <p:nvPr/>
          </p:nvSpPr>
          <p:spPr>
            <a:xfrm>
              <a:off x="1005840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Simbakub</a:t>
              </a:r>
            </a:p>
          </p:txBody>
        </p:sp>
      </p:grpSp>
      <p:grpSp>
        <p:nvGrpSpPr>
          <p:cNvPr id="68" name="CR:Castoroides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69" name="Picture 68" descr="Castoroides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0" name="Rectangle 69"/>
            <p:cNvSpPr/>
            <p:nvPr/>
          </p:nvSpPr>
          <p:spPr>
            <a:xfrm>
              <a:off x="1068019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grondik</a:t>
              </a:r>
            </a:p>
          </p:txBody>
        </p:sp>
      </p:grpSp>
      <p:grpSp>
        <p:nvGrpSpPr>
          <p:cNvPr id="72" name="CR:GR_Muffalochicken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3" name="Picture 72" descr="GR_Muffalochicken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4" name="Rectangle 73"/>
            <p:cNvSpPr/>
            <p:nvPr/>
          </p:nvSpPr>
          <p:spPr>
            <a:xfrm>
              <a:off x="1130198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muffalochicken</a:t>
              </a:r>
            </a:p>
          </p:txBody>
        </p:sp>
      </p:grpSp>
      <p:grpSp>
        <p:nvGrpSpPr>
          <p:cNvPr id="76" name="CR:GR_Muffalocat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7" name="Picture 76" descr="GR_Muffalocat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Rectangle 77"/>
            <p:cNvSpPr/>
            <p:nvPr/>
          </p:nvSpPr>
          <p:spPr>
            <a:xfrm>
              <a:off x="10972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muffalocat</a:t>
              </a:r>
            </a:p>
          </p:txBody>
        </p:sp>
      </p:grpSp>
      <p:grpSp>
        <p:nvGrpSpPr>
          <p:cNvPr id="80" name="CR:JRWLycaenops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81" name="Picture 80" descr="JRWLycaenop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2" name="Rectangle 81"/>
            <p:cNvSpPr/>
            <p:nvPr/>
          </p:nvSpPr>
          <p:spPr>
            <a:xfrm>
              <a:off x="73152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Lycaenops</a:t>
              </a:r>
            </a:p>
          </p:txBody>
        </p:sp>
      </p:grpSp>
      <p:grpSp>
        <p:nvGrpSpPr>
          <p:cNvPr id="84" name="CR:JRWProtoceratops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5" name="Picture 84" descr="JRWProtoceratops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6" name="Rectangle 85"/>
            <p:cNvSpPr/>
            <p:nvPr/>
          </p:nvSpPr>
          <p:spPr>
            <a:xfrm>
              <a:off x="135331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Protoceratops</a:t>
              </a:r>
            </a:p>
          </p:txBody>
        </p:sp>
      </p:grpSp>
      <p:grpSp>
        <p:nvGrpSpPr>
          <p:cNvPr id="88" name="CR:AA_FrostLynx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9" name="Picture 88" descr="AA_FrostLynx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Rectangle 89"/>
            <p:cNvSpPr/>
            <p:nvPr/>
          </p:nvSpPr>
          <p:spPr>
            <a:xfrm>
              <a:off x="197510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frost lynx</a:t>
              </a:r>
            </a:p>
          </p:txBody>
        </p:sp>
      </p:grpSp>
      <p:grpSp>
        <p:nvGrpSpPr>
          <p:cNvPr id="92" name="CR:AA_Genix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93" name="Picture 92" descr="AA_Genix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94" name="Rectangle 93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genix</a:t>
              </a:r>
            </a:p>
          </p:txBody>
        </p:sp>
      </p:grpSp>
      <p:grpSp>
        <p:nvGrpSpPr>
          <p:cNvPr id="96" name="CR:GR_Mechabear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7" name="Picture 96" descr="GR_Mechabear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mechabear</a:t>
              </a:r>
            </a:p>
          </p:txBody>
        </p:sp>
      </p:grpSp>
      <p:grpSp>
        <p:nvGrpSpPr>
          <p:cNvPr id="99" name="CR:GR_Muffalowolf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100" name="Picture 99" descr="GR_Muffalowolf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101" name="Rectangle 100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muffalowolf</a:t>
              </a:r>
            </a:p>
          </p:txBody>
        </p:sp>
      </p:grpSp>
      <p:grpSp>
        <p:nvGrpSpPr>
          <p:cNvPr id="103" name="CR:GR_WolfShrimp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104" name="Picture 103" descr="GR_WolfShrimp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5" name="Rectangle 104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wolf shrimp</a:t>
              </a:r>
            </a:p>
          </p:txBody>
        </p:sp>
      </p:grpSp>
      <p:grpSp>
        <p:nvGrpSpPr>
          <p:cNvPr id="107" name="CR:BMT_Yooka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8" name="Picture 107" descr="BMT_Yooka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yooka</a:t>
              </a:r>
            </a:p>
          </p:txBody>
        </p:sp>
      </p:grpSp>
      <p:grpSp>
        <p:nvGrpSpPr>
          <p:cNvPr id="110" name="CR:GR_Thrumwolf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11" name="Picture 110" descr="GR_Thrumwolf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12" name="Rectangle 111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thrumwolf</a:t>
              </a:r>
            </a:p>
          </p:txBody>
        </p:sp>
      </p:grpSp>
      <p:grpSp>
        <p:nvGrpSpPr>
          <p:cNvPr id="114" name="CR:IronScruff_Tardigrade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5" name="Picture 114" descr="IronScruff_Tardigrade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6" name="Rectangle 115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giant tardigrade</a:t>
              </a:r>
            </a:p>
          </p:txBody>
        </p:sp>
      </p:grpSp>
      <p:grpSp>
        <p:nvGrpSpPr>
          <p:cNvPr id="118" name="CR:VAEWaste_Wasteffalo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9" name="Picture 118" descr="VAEWaste_Wasteffalo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20" name="Rectangle 119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wasteffalo</a:t>
              </a:r>
            </a:p>
          </p:txBody>
        </p:sp>
      </p:grpSp>
      <p:grpSp>
        <p:nvGrpSpPr>
          <p:cNvPr id="122" name="CR:JRWTupandactylus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23" name="Picture 122" descr="JRWTupandactylus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24" name="Rectangle 123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Tupandactylus</a:t>
              </a:r>
            </a:p>
          </p:txBody>
        </p:sp>
      </p:grpSp>
      <p:grpSp>
        <p:nvGrpSpPr>
          <p:cNvPr id="126" name="CR:GR_Muffalobear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7" name="Picture 126" descr="GR_Muffalobear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8" name="Rectangle 127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muffalobear</a:t>
              </a:r>
            </a:p>
          </p:txBody>
        </p:sp>
      </p:grpSp>
      <p:grpSp>
        <p:nvGrpSpPr>
          <p:cNvPr id="130" name="CR:JRWRhamphorhynchus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31" name="Picture 130" descr="JRWRhamphorhynchu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32" name="Rectangle 131"/>
            <p:cNvSpPr/>
            <p:nvPr/>
          </p:nvSpPr>
          <p:spPr>
            <a:xfrm>
              <a:off x="881481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vhikk</a:t>
              </a:r>
            </a:p>
          </p:txBody>
        </p:sp>
      </p:grpSp>
      <p:grpSp>
        <p:nvGrpSpPr>
          <p:cNvPr id="134" name="CR:VGE_Astropede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35" name="Picture 134" descr="VGE_Astropede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36" name="TextBox 135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astropede</a:t>
              </a:r>
            </a:p>
          </p:txBody>
        </p:sp>
      </p:grpSp>
      <p:grpSp>
        <p:nvGrpSpPr>
          <p:cNvPr id="137" name="CR:VFEI2_Ironclad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8" name="Picture 137" descr="VFEI2_Ironclad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ironclad</a:t>
              </a:r>
            </a:p>
          </p:txBody>
        </p:sp>
      </p:grpSp>
      <p:grpSp>
        <p:nvGrpSpPr>
          <p:cNvPr id="140" name="CR:GR_Muffalohorse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41" name="Picture 140" descr="GR_Muffalohorse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42" name="Rectangle 141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muffalohorse</a:t>
              </a:r>
            </a:p>
          </p:txBody>
        </p:sp>
      </p:grpSp>
      <p:grpSp>
        <p:nvGrpSpPr>
          <p:cNvPr id="144" name="CR:BMT_MaceDrake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45" name="Picture 144" descr="BMT_MaceDrake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6" name="TextBox 145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mace drake</a:t>
              </a:r>
            </a:p>
          </p:txBody>
        </p:sp>
      </p:grpSp>
      <p:grpSp>
        <p:nvGrpSpPr>
          <p:cNvPr id="147" name="CR:AM_Mech_Legate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8" name="Picture 147" descr="AM_Mech_Legate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9" name="TextBox 148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legate</a:t>
              </a:r>
            </a:p>
          </p:txBody>
        </p:sp>
      </p:grpSp>
      <p:grpSp>
        <p:nvGrpSpPr>
          <p:cNvPr id="150" name="CR:JRWGallimimus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51" name="Picture 150" descr="JRWGallimimus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52" name="Rectangle 151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Gallimimus</a:t>
              </a:r>
            </a:p>
          </p:txBody>
        </p:sp>
      </p:grpSp>
      <p:grpSp>
        <p:nvGrpSpPr>
          <p:cNvPr id="154" name="CR:JRWHomalocephale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5" name="Picture 154" descr="JRWHomalocephale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6" name="Rectangle 155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Homalocephale</a:t>
              </a:r>
            </a:p>
          </p:txBody>
        </p:sp>
      </p:grpSp>
      <p:grpSp>
        <p:nvGrpSpPr>
          <p:cNvPr id="158" name="CR:JRWStaurikosaurus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9" name="Picture 158" descr="JRWStaurikosaurus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60" name="Rectangle 159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Staurikosaurus</a:t>
              </a:r>
            </a:p>
          </p:txBody>
        </p:sp>
      </p:grpSp>
      <p:grpSp>
        <p:nvGrpSpPr>
          <p:cNvPr id="162" name="CR:VAEWaste_Toxbear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63" name="Picture 162" descr="VAEWaste_Toxbear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4" name="Rectangle 163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toxbear</a:t>
              </a:r>
            </a:p>
          </p:txBody>
        </p:sp>
      </p:grpSp>
      <p:grpSp>
        <p:nvGrpSpPr>
          <p:cNvPr id="166" name="CR:Mech_Warqueen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7" name="Picture 166" descr="Mech_Warqueen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8" name="TextBox 167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 queen</a:t>
              </a:r>
            </a:p>
          </p:txBody>
        </p:sp>
      </p:grpSp>
      <p:grpSp>
        <p:nvGrpSpPr>
          <p:cNvPr id="169" name="CR:RSW_ThornbackColo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70" name="Picture 169" descr="RSW_ThornbackColo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TextBox 170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thornback colo</a:t>
              </a:r>
            </a:p>
          </p:txBody>
        </p:sp>
      </p:grpSp>
      <p:grpSp>
        <p:nvGrpSpPr>
          <p:cNvPr id="172" name="CR:MA_SimbakubAlpha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3" name="Picture 172" descr="MA_SimbakubAlpha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4" name="Rectangle 173"/>
            <p:cNvSpPr/>
            <p:nvPr/>
          </p:nvSpPr>
          <p:spPr>
            <a:xfrm>
              <a:off x="446227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Simbakub Alpha</a:t>
              </a:r>
            </a:p>
          </p:txBody>
        </p:sp>
      </p:grpSp>
      <p:grpSp>
        <p:nvGrpSpPr>
          <p:cNvPr id="176" name="CR:Smilodon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7" name="Picture 176" descr="Smilodon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8" name="Rectangle 177"/>
            <p:cNvSpPr/>
            <p:nvPr/>
          </p:nvSpPr>
          <p:spPr>
            <a:xfrm>
              <a:off x="508406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dhakar</a:t>
              </a:r>
            </a:p>
          </p:txBody>
        </p:sp>
      </p:grpSp>
      <p:grpSp>
        <p:nvGrpSpPr>
          <p:cNvPr id="180" name="CR:Palaeeudyptes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81" name="Picture 180" descr="Palaeeudyptes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82" name="Rectangle 181"/>
            <p:cNvSpPr/>
            <p:nvPr/>
          </p:nvSpPr>
          <p:spPr>
            <a:xfrm>
              <a:off x="570585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korrik</a:t>
              </a:r>
            </a:p>
          </p:txBody>
        </p:sp>
      </p:grpSp>
      <p:grpSp>
        <p:nvGrpSpPr>
          <p:cNvPr id="184" name="CR:Andrewsarchus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5" name="Picture 184" descr="Andrewsarchus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6" name="Rectangle 185"/>
            <p:cNvSpPr/>
            <p:nvPr/>
          </p:nvSpPr>
          <p:spPr>
            <a:xfrm>
              <a:off x="632764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krondar</a:t>
              </a:r>
            </a:p>
          </p:txBody>
        </p:sp>
      </p:grpSp>
      <p:grpSp>
        <p:nvGrpSpPr>
          <p:cNvPr id="188" name="CR:GR_Bearchicken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9" name="Picture 188" descr="GR_Bearchicken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90" name="Rectangle 189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bearchicken</a:t>
              </a:r>
            </a:p>
          </p:txBody>
        </p:sp>
      </p:grpSp>
      <p:grpSp>
        <p:nvGrpSpPr>
          <p:cNvPr id="192" name="CR:Moose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93" name="Picture 192" descr="Moose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4" name="Rectangle 193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moose</a:t>
              </a:r>
            </a:p>
          </p:txBody>
        </p:sp>
      </p:grpSp>
      <p:grpSp>
        <p:nvGrpSpPr>
          <p:cNvPr id="196" name="CR:Dinopithecus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7" name="Picture 196" descr="Dinopithecus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Rectangle 197"/>
            <p:cNvSpPr/>
            <p:nvPr/>
          </p:nvSpPr>
          <p:spPr>
            <a:xfrm>
              <a:off x="819302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vekka</a:t>
              </a:r>
            </a:p>
          </p:txBody>
        </p:sp>
      </p:grpSp>
      <p:grpSp>
        <p:nvGrpSpPr>
          <p:cNvPr id="200" name="CR:MA_Capryak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201" name="Picture 200" descr="MA_Capryak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202" name="Rectangle 201"/>
            <p:cNvSpPr/>
            <p:nvPr/>
          </p:nvSpPr>
          <p:spPr>
            <a:xfrm>
              <a:off x="881481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Capryak</a:t>
              </a:r>
            </a:p>
          </p:txBody>
        </p:sp>
      </p:grpSp>
      <p:grpSp>
        <p:nvGrpSpPr>
          <p:cNvPr id="204" name="CR:VAEWaste_Toxscorpion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5" name="Picture 204" descr="VAEWaste_Toxscorpion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6" name="Rectangle 205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toxscorpion</a:t>
              </a:r>
            </a:p>
          </p:txBody>
        </p:sp>
      </p:grpSp>
      <p:grpSp>
        <p:nvGrpSpPr>
          <p:cNvPr id="208" name="CR:JRWTorosaurus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9" name="Picture 208" descr="JRWTorosaurus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10" name="Rectangle 209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ssborrak</a:t>
              </a:r>
            </a:p>
          </p:txBody>
        </p:sp>
      </p:grpSp>
      <p:grpSp>
        <p:nvGrpSpPr>
          <p:cNvPr id="212" name="CR:RSW_ColoClawFish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13" name="Picture 212" descr="RSW_ColoClawFish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colo claw fish</a:t>
              </a:r>
            </a:p>
          </p:txBody>
        </p:sp>
      </p:grpSp>
      <p:grpSp>
        <p:nvGrpSpPr>
          <p:cNvPr id="215" name="CR:VAEWaste_Pestigator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6" name="Picture 215" descr="VAEWaste_Pestigato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7" name="Rectangle 216"/>
            <p:cNvSpPr/>
            <p:nvPr/>
          </p:nvSpPr>
          <p:spPr>
            <a:xfrm>
              <a:off x="1130198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pestigator</a:t>
              </a:r>
            </a:p>
          </p:txBody>
        </p:sp>
      </p:grpSp>
      <p:grpSp>
        <p:nvGrpSpPr>
          <p:cNvPr id="219" name="CR:PoisonDeer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20" name="Picture 219" descr="PoisonDeer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21" name="Rectangle 220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deer</a:t>
              </a:r>
            </a:p>
          </p:txBody>
        </p:sp>
      </p:grpSp>
      <p:grpSp>
        <p:nvGrpSpPr>
          <p:cNvPr id="223" name="CR:GR_Catrabbit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24" name="Picture 223" descr="GR_Catrabbit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25" name="Rectangle 224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catrabbit</a:t>
              </a:r>
            </a:p>
          </p:txBody>
        </p:sp>
      </p:grpSp>
      <p:grpSp>
        <p:nvGrpSpPr>
          <p:cNvPr id="227" name="CR:GR_Catbear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8" name="Picture 227" descr="GR_Catbear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9" name="Rectangle 228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catbear</a:t>
              </a:r>
            </a:p>
          </p:txBody>
        </p:sp>
      </p:grpSp>
      <p:grpSp>
        <p:nvGrpSpPr>
          <p:cNvPr id="231" name="CR:GR_Catffalo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32" name="Picture 231" descr="GR_Catffalo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33" name="Rectangle 232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catffalo</a:t>
              </a:r>
            </a:p>
          </p:txBody>
        </p:sp>
      </p:grpSp>
      <p:grpSp>
        <p:nvGrpSpPr>
          <p:cNvPr id="235" name="CR:GR_Catwolf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6" name="Picture 235" descr="GR_Catwolf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7" name="Rectangle 236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catwolf</a:t>
              </a:r>
            </a:p>
          </p:txBody>
        </p:sp>
      </p:grpSp>
      <p:grpSp>
        <p:nvGrpSpPr>
          <p:cNvPr id="239" name="CR:AA_BlizzariskClutchMother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40" name="Picture 239" descr="AA_BlizzariskClutchMother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41" name="TextBox 240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blizzarisk clutch mother</a:t>
              </a:r>
            </a:p>
          </p:txBody>
        </p:sp>
      </p:grpSp>
      <p:grpSp>
        <p:nvGrpSpPr>
          <p:cNvPr id="242" name="CR:AA_DunealiskClutchMother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43" name="Picture 242" descr="AA_DunealiskClutchMother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44" name="TextBox 243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dunealisk clutch mother</a:t>
              </a:r>
            </a:p>
          </p:txBody>
        </p:sp>
      </p:grpSp>
      <p:grpSp>
        <p:nvGrpSpPr>
          <p:cNvPr id="245" name="CR:AA_FeraliskClutchMother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6" name="Picture 245" descr="AA_FeraliskClutchMother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7" name="TextBox 246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feralisk clutch mother</a:t>
              </a:r>
            </a:p>
          </p:txBody>
        </p:sp>
      </p:grpSp>
      <p:grpSp>
        <p:nvGrpSpPr>
          <p:cNvPr id="248" name="CR:MA_Scarodon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9" name="Picture 248" descr="MA_Scarodon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50" name="Rectangle 249"/>
            <p:cNvSpPr/>
            <p:nvPr/>
          </p:nvSpPr>
          <p:spPr>
            <a:xfrm>
              <a:off x="508406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scarodon</a:t>
              </a:r>
            </a:p>
          </p:txBody>
        </p:sp>
      </p:grpSp>
      <p:grpSp>
        <p:nvGrpSpPr>
          <p:cNvPr id="252" name="CR:JRWPachycephalosaurus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53" name="Picture 252" descr="JRWPachycephalosaurus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54" name="Rectangle 253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Pachycephalosaurus</a:t>
              </a:r>
            </a:p>
          </p:txBody>
        </p:sp>
      </p:grpSp>
      <p:grpSp>
        <p:nvGrpSpPr>
          <p:cNvPr id="256" name="CR:AM_Demolisher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7" name="Picture 256" descr="AM_Demolisher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8" name="TextBox 257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demolisher</a:t>
              </a:r>
            </a:p>
          </p:txBody>
        </p:sp>
      </p:grpSp>
      <p:grpSp>
        <p:nvGrpSpPr>
          <p:cNvPr id="259" name="CR:DA_Goldilox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60" name="Picture 259" descr="DA_Goldilox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61" name="TextBox 260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goldilox</a:t>
              </a:r>
            </a:p>
          </p:txBody>
        </p:sp>
      </p:grpSp>
      <p:grpSp>
        <p:nvGrpSpPr>
          <p:cNvPr id="262" name="CR:AM_Siegebreaker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63" name="Picture 262" descr="AM_Siegebreaker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4" name="TextBox 263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siegebreaker</a:t>
              </a:r>
            </a:p>
          </p:txBody>
        </p:sp>
      </p:grpSp>
      <p:grpSp>
        <p:nvGrpSpPr>
          <p:cNvPr id="265" name="CR:AM_Siegemelter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6" name="Picture 265" descr="AM_Siegemelter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7" name="TextBox 266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siegemelter</a:t>
              </a:r>
            </a:p>
          </p:txBody>
        </p:sp>
      </p:grpSp>
      <p:grpSp>
        <p:nvGrpSpPr>
          <p:cNvPr id="268" name="CR:AM_Starfire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9" name="Picture 268" descr="AM_Starfire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70" name="TextBox 269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starfire</a:t>
              </a:r>
            </a:p>
          </p:txBody>
        </p:sp>
      </p:grpSp>
      <p:grpSp>
        <p:nvGrpSpPr>
          <p:cNvPr id="271" name="CR:ShortfacedBear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2" name="Picture 271" descr="ShortfacedBear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3" name="Rectangle 272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rannak</a:t>
              </a:r>
            </a:p>
          </p:txBody>
        </p:sp>
      </p:grpSp>
      <p:grpSp>
        <p:nvGrpSpPr>
          <p:cNvPr id="275" name="CR:DA_RockTroll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6" name="Picture 275" descr="DA_RockTroll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7" name="TextBox 276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rock troll</a:t>
              </a:r>
            </a:p>
          </p:txBody>
        </p:sp>
      </p:grpSp>
      <p:grpSp>
        <p:nvGrpSpPr>
          <p:cNvPr id="278" name="CR:BMT_BiliousVarog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79" name="Picture 278" descr="BMT_BiliousVarog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80" name="TextBox 279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bilious varog</a:t>
              </a:r>
            </a:p>
          </p:txBody>
        </p:sp>
      </p:grpSp>
      <p:grpSp>
        <p:nvGrpSpPr>
          <p:cNvPr id="281" name="CR:MA_Harpeagle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2" name="Picture 281" descr="MA_Harpeagle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3" name="Rectangle 282"/>
            <p:cNvSpPr/>
            <p:nvPr/>
          </p:nvSpPr>
          <p:spPr>
            <a:xfrm>
              <a:off x="1130198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harpeagle</a:t>
              </a:r>
            </a:p>
          </p:txBody>
        </p:sp>
      </p:grpSp>
      <p:sp>
        <p:nvSpPr>
          <p:cNvPr id="285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8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91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5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(5/7)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Daeodon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Daeodon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borrak</a:t>
              </a:r>
            </a:p>
          </p:txBody>
        </p:sp>
      </p:grpSp>
      <p:grpSp>
        <p:nvGrpSpPr>
          <p:cNvPr id="11" name="CR:MA_Duskhor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MA_Duskhor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duskhorn</a:t>
              </a:r>
            </a:p>
          </p:txBody>
        </p:sp>
      </p:grpSp>
      <p:grpSp>
        <p:nvGrpSpPr>
          <p:cNvPr id="15" name="CR:Gigantopithecus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Gigantopithecus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135331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gigantopithecus</a:t>
              </a:r>
            </a:p>
          </p:txBody>
        </p:sp>
      </p:grpSp>
      <p:grpSp>
        <p:nvGrpSpPr>
          <p:cNvPr id="19" name="CR:RSW_AbyssalColo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20" name="Picture 19" descr="RSW_AbyssalColo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abyssal colo</a:t>
              </a:r>
            </a:p>
          </p:txBody>
        </p:sp>
      </p:grpSp>
      <p:grpSp>
        <p:nvGrpSpPr>
          <p:cNvPr id="22" name="CR:Josephoartigasia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3" name="Picture 22" descr="Josephoartigasia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259689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grondrak</a:t>
              </a:r>
            </a:p>
          </p:txBody>
        </p:sp>
      </p:grpSp>
      <p:grpSp>
        <p:nvGrpSpPr>
          <p:cNvPr id="26" name="CR:GR_Bearwolf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7" name="Picture 26" descr="GR_Bearwolf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321868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bearwolf</a:t>
              </a:r>
            </a:p>
          </p:txBody>
        </p:sp>
      </p:grpSp>
      <p:grpSp>
        <p:nvGrpSpPr>
          <p:cNvPr id="30" name="CR:Diprotodon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31" name="Picture 30" descr="Diprotodon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obbak</a:t>
              </a:r>
            </a:p>
          </p:txBody>
        </p:sp>
      </p:grpSp>
      <p:grpSp>
        <p:nvGrpSpPr>
          <p:cNvPr id="34" name="CR:JRWAntarctopelt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5" name="Picture 34" descr="JRWAntarctopelt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Rectangle 35"/>
            <p:cNvSpPr/>
            <p:nvPr/>
          </p:nvSpPr>
          <p:spPr>
            <a:xfrm>
              <a:off x="446227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Antarctopelta</a:t>
              </a:r>
            </a:p>
          </p:txBody>
        </p:sp>
      </p:grpSp>
      <p:grpSp>
        <p:nvGrpSpPr>
          <p:cNvPr id="38" name="CR:JRWAbrictosaurus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9" name="Picture 38" descr="JRWAbrictosaurus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40" name="Rectangle 39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Abrictosaurus</a:t>
              </a:r>
            </a:p>
          </p:txBody>
        </p:sp>
      </p:grpSp>
      <p:grpSp>
        <p:nvGrpSpPr>
          <p:cNvPr id="42" name="CR:JRWDrinker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3" name="Picture 42" descr="JRWDrinker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4" name="Rectangle 43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Drinker</a:t>
              </a:r>
            </a:p>
          </p:txBody>
        </p:sp>
      </p:grpSp>
      <p:grpSp>
        <p:nvGrpSpPr>
          <p:cNvPr id="46" name="CR:JRWAgilisaurus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7" name="Picture 46" descr="JRWAgilisaurus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Rectangle 47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sskarr</a:t>
              </a:r>
            </a:p>
          </p:txBody>
        </p:sp>
      </p:grpSp>
      <p:grpSp>
        <p:nvGrpSpPr>
          <p:cNvPr id="50" name="CR:GR_ParagonBea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51" name="Picture 50" descr="GR_ParagonBea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52" name="Rectangle 51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ursine paragon</a:t>
              </a:r>
            </a:p>
          </p:txBody>
        </p:sp>
      </p:grpSp>
      <p:grpSp>
        <p:nvGrpSpPr>
          <p:cNvPr id="54" name="CR:Enhydriodon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5" name="Picture 54" descr="Enhydriodon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6" name="Rectangle 55"/>
            <p:cNvSpPr/>
            <p:nvPr/>
          </p:nvSpPr>
          <p:spPr>
            <a:xfrm>
              <a:off x="757123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lussik</a:t>
              </a:r>
            </a:p>
          </p:txBody>
        </p:sp>
      </p:grpSp>
      <p:grpSp>
        <p:nvGrpSpPr>
          <p:cNvPr id="58" name="CR:MA_Furpotamus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9" name="Picture 58" descr="MA_Furpotamus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Rectangle 59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furpotamus</a:t>
              </a:r>
            </a:p>
          </p:txBody>
        </p:sp>
      </p:grpSp>
      <p:grpSp>
        <p:nvGrpSpPr>
          <p:cNvPr id="62" name="CR:MA_Direhors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63" name="Picture 62" descr="MA_Direhors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64" name="Rectangle 63"/>
            <p:cNvSpPr/>
            <p:nvPr/>
          </p:nvSpPr>
          <p:spPr>
            <a:xfrm>
              <a:off x="881481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direhorse</a:t>
              </a:r>
            </a:p>
          </p:txBody>
        </p:sp>
      </p:grpSp>
      <p:grpSp>
        <p:nvGrpSpPr>
          <p:cNvPr id="66" name="CR:VVE_Toad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7" name="Picture 66" descr="VVE_Toad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Toad</a:t>
              </a:r>
            </a:p>
          </p:txBody>
        </p:sp>
      </p:grpSp>
      <p:grpSp>
        <p:nvGrpSpPr>
          <p:cNvPr id="69" name="CR:AM_Phalanx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70" name="Picture 69" descr="AM_Phalanx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71" name="TextBox 70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phalanx</a:t>
              </a:r>
            </a:p>
          </p:txBody>
        </p:sp>
      </p:grpSp>
      <p:grpSp>
        <p:nvGrpSpPr>
          <p:cNvPr id="72" name="CR:AM_Fireworm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73" name="Picture 72" descr="AM_Fireworm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fireworm</a:t>
              </a:r>
            </a:p>
          </p:txBody>
        </p:sp>
      </p:grpSp>
      <p:grpSp>
        <p:nvGrpSpPr>
          <p:cNvPr id="75" name="CR:Ling_Cockroach_Mechanoid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6" name="Picture 75" descr="Ling_Cockroach_Mechanoid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7" name="TextBox 76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Mechanical Cockroach</a:t>
              </a:r>
            </a:p>
          </p:txBody>
        </p:sp>
      </p:grpSp>
      <p:grpSp>
        <p:nvGrpSpPr>
          <p:cNvPr id="78" name="CR:JRWUdanoceratops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9" name="Picture 78" descr="JRWUdanoceratop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80" name="Rectangle 79"/>
            <p:cNvSpPr/>
            <p:nvPr/>
          </p:nvSpPr>
          <p:spPr>
            <a:xfrm>
              <a:off x="10972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Udanoceratops</a:t>
              </a:r>
            </a:p>
          </p:txBody>
        </p:sp>
      </p:grpSp>
      <p:grpSp>
        <p:nvGrpSpPr>
          <p:cNvPr id="82" name="CR:AV_Chariot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83" name="Picture 82" descr="AV_Chariot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dewback chariot</a:t>
              </a:r>
            </a:p>
          </p:txBody>
        </p:sp>
      </p:grpSp>
      <p:grpSp>
        <p:nvGrpSpPr>
          <p:cNvPr id="85" name="CR:GR_Mechaspider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6" name="Picture 85" descr="GR_Mechaspider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TextBox 86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mechaspider</a:t>
              </a:r>
            </a:p>
          </p:txBody>
        </p:sp>
      </p:grpSp>
      <p:grpSp>
        <p:nvGrpSpPr>
          <p:cNvPr id="88" name="CR:VVE_Prowler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9" name="Picture 88" descr="VVE_Prowler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Prowler</a:t>
              </a:r>
            </a:p>
          </p:txBody>
        </p:sp>
      </p:grpSp>
      <p:grpSp>
        <p:nvGrpSpPr>
          <p:cNvPr id="91" name="CR:JRWTermitotron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92" name="Picture 91" descr="JRWTermitotron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Rectangle 92"/>
            <p:cNvSpPr/>
            <p:nvPr/>
          </p:nvSpPr>
          <p:spPr>
            <a:xfrm>
              <a:off x="259689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Termitotron</a:t>
              </a:r>
            </a:p>
          </p:txBody>
        </p:sp>
      </p:grpSp>
      <p:grpSp>
        <p:nvGrpSpPr>
          <p:cNvPr id="95" name="CR:Aurochs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6" name="Picture 95" descr="Aurochs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7" name="Rectangle 96"/>
            <p:cNvSpPr/>
            <p:nvPr/>
          </p:nvSpPr>
          <p:spPr>
            <a:xfrm>
              <a:off x="321868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aurochs</a:t>
              </a:r>
            </a:p>
          </p:txBody>
        </p:sp>
      </p:grpSp>
      <p:grpSp>
        <p:nvGrpSpPr>
          <p:cNvPr id="99" name="CR:JRWEdaphosaurus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100" name="Picture 99" descr="JRWEdaphosaurus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101" name="Rectangle 100"/>
            <p:cNvSpPr/>
            <p:nvPr/>
          </p:nvSpPr>
          <p:spPr>
            <a:xfrm>
              <a:off x="384048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Edaphosaurus</a:t>
              </a:r>
            </a:p>
          </p:txBody>
        </p:sp>
      </p:grpSp>
      <p:grpSp>
        <p:nvGrpSpPr>
          <p:cNvPr id="103" name="CR:JRWOphiacodon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104" name="Picture 103" descr="JRWOphiacodon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5" name="Rectangle 104"/>
            <p:cNvSpPr/>
            <p:nvPr/>
          </p:nvSpPr>
          <p:spPr>
            <a:xfrm>
              <a:off x="446227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Ophiacodon</a:t>
              </a:r>
            </a:p>
          </p:txBody>
        </p:sp>
      </p:grpSp>
      <p:grpSp>
        <p:nvGrpSpPr>
          <p:cNvPr id="107" name="CR:VVE_Roadkill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8" name="Picture 107" descr="VVE_Roadkill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9" name="TextBox 108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Roadkill</a:t>
              </a:r>
            </a:p>
          </p:txBody>
        </p:sp>
      </p:grpSp>
      <p:grpSp>
        <p:nvGrpSpPr>
          <p:cNvPr id="110" name="CR:JRWTanystropheus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11" name="Picture 110" descr="JRWTanystropheus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12" name="Rectangle 111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Tanystropheus</a:t>
              </a:r>
            </a:p>
          </p:txBody>
        </p:sp>
      </p:grpSp>
      <p:grpSp>
        <p:nvGrpSpPr>
          <p:cNvPr id="114" name="CR:JRWDracorex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5" name="Picture 114" descr="JRWDracorex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6" name="Rectangle 115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Dracorex</a:t>
              </a:r>
            </a:p>
          </p:txBody>
        </p:sp>
      </p:grpSp>
      <p:grpSp>
        <p:nvGrpSpPr>
          <p:cNvPr id="118" name="CR:JRWOviraptor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9" name="Picture 118" descr="JRWOviraptor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20" name="Rectangle 119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Oviraptor</a:t>
              </a:r>
            </a:p>
          </p:txBody>
        </p:sp>
      </p:grpSp>
      <p:grpSp>
        <p:nvGrpSpPr>
          <p:cNvPr id="122" name="CR:Chalicotherium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23" name="Picture 122" descr="Chalicotherium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24" name="Rectangle 123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chalicotherium</a:t>
              </a:r>
            </a:p>
          </p:txBody>
        </p:sp>
      </p:grpSp>
      <p:grpSp>
        <p:nvGrpSpPr>
          <p:cNvPr id="126" name="CR:Megalochelys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7" name="Picture 126" descr="Megalochely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8" name="Rectangle 127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megalochelys</a:t>
              </a:r>
            </a:p>
          </p:txBody>
        </p:sp>
      </p:grpSp>
      <p:grpSp>
        <p:nvGrpSpPr>
          <p:cNvPr id="130" name="CR:JRWScutosaurus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31" name="Picture 130" descr="JRWScutosaurus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32" name="Rectangle 131"/>
            <p:cNvSpPr/>
            <p:nvPr/>
          </p:nvSpPr>
          <p:spPr>
            <a:xfrm>
              <a:off x="881481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Scutosaurus</a:t>
              </a:r>
            </a:p>
          </p:txBody>
        </p:sp>
      </p:grpSp>
      <p:grpSp>
        <p:nvGrpSpPr>
          <p:cNvPr id="134" name="CR:JRWStyracosaurus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35" name="Picture 134" descr="JRWStyracosaurus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36" name="Rectangle 135"/>
            <p:cNvSpPr/>
            <p:nvPr/>
          </p:nvSpPr>
          <p:spPr>
            <a:xfrm>
              <a:off x="943660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Styracosaurus</a:t>
              </a:r>
            </a:p>
          </p:txBody>
        </p:sp>
      </p:grpSp>
      <p:grpSp>
        <p:nvGrpSpPr>
          <p:cNvPr id="138" name="CR:Dreadmeld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9" name="Picture 138" descr="Dreadmeld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40" name="TextBox 139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dreadmeld</a:t>
              </a:r>
            </a:p>
          </p:txBody>
        </p:sp>
      </p:grpSp>
      <p:grpSp>
        <p:nvGrpSpPr>
          <p:cNvPr id="141" name="CR:JRWEstemmenosuchus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42" name="Picture 141" descr="JRWEstemmenosuchus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43" name="Rectangle 142"/>
            <p:cNvSpPr/>
            <p:nvPr/>
          </p:nvSpPr>
          <p:spPr>
            <a:xfrm>
              <a:off x="1068019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ssgrondak</a:t>
              </a:r>
            </a:p>
          </p:txBody>
        </p:sp>
      </p:grpSp>
      <p:grpSp>
        <p:nvGrpSpPr>
          <p:cNvPr id="145" name="CR:AM_WarEmpress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46" name="Picture 145" descr="AM_WarEmpress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7" name="TextBox 146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 empress</a:t>
              </a:r>
            </a:p>
          </p:txBody>
        </p:sp>
      </p:grpSp>
      <p:grpSp>
        <p:nvGrpSpPr>
          <p:cNvPr id="148" name="CR:GR_Mechamuffalo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9" name="Picture 148" descr="GR_Mechamuffalo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50" name="TextBox 149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mecha-muffalo</a:t>
              </a:r>
            </a:p>
          </p:txBody>
        </p:sp>
      </p:grpSp>
      <p:grpSp>
        <p:nvGrpSpPr>
          <p:cNvPr id="151" name="CR:Gigantophis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52" name="Picture 151" descr="Gigantophis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53" name="Rectangle 152"/>
            <p:cNvSpPr/>
            <p:nvPr/>
          </p:nvSpPr>
          <p:spPr>
            <a:xfrm>
              <a:off x="73152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sserrakoth</a:t>
              </a:r>
            </a:p>
          </p:txBody>
        </p:sp>
      </p:grpSp>
      <p:grpSp>
        <p:nvGrpSpPr>
          <p:cNvPr id="155" name="CR:MA_Dunbear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6" name="Picture 155" descr="MA_Dunbear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7" name="Rectangle 156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dunbear</a:t>
              </a:r>
            </a:p>
          </p:txBody>
        </p:sp>
      </p:grpSp>
      <p:grpSp>
        <p:nvGrpSpPr>
          <p:cNvPr id="159" name="CR:JRWOuranosaurus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60" name="Picture 159" descr="JRWOuranosaurus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61" name="Rectangle 160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ssvarrak</a:t>
              </a:r>
            </a:p>
          </p:txBody>
        </p:sp>
      </p:grpSp>
      <p:grpSp>
        <p:nvGrpSpPr>
          <p:cNvPr id="163" name="CR:AM_Mech_PristineAssembler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64" name="Picture 163" descr="AM_Mech_PristineAssembler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5" name="TextBox 164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pristine assembler</a:t>
              </a:r>
            </a:p>
          </p:txBody>
        </p:sp>
      </p:grpSp>
      <p:grpSp>
        <p:nvGrpSpPr>
          <p:cNvPr id="166" name="CR:GR_Nighthrumbo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7" name="Picture 166" descr="GR_Nighthrumbo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8" name="TextBox 167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nighthrumbo</a:t>
              </a:r>
            </a:p>
          </p:txBody>
        </p:sp>
      </p:grpSp>
      <p:grpSp>
        <p:nvGrpSpPr>
          <p:cNvPr id="169" name="CR:CACrystalScythe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70" name="Picture 169" descr="CACrystalScythe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71" name="TextBox 170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 scythe</a:t>
              </a:r>
            </a:p>
          </p:txBody>
        </p:sp>
      </p:grpSp>
      <p:grpSp>
        <p:nvGrpSpPr>
          <p:cNvPr id="172" name="CR:CAHarbinger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3" name="Picture 172" descr="CAHarbinger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4" name="TextBox 173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Harbinger</a:t>
              </a:r>
            </a:p>
          </p:txBody>
        </p:sp>
      </p:grpSp>
      <p:grpSp>
        <p:nvGrpSpPr>
          <p:cNvPr id="175" name="CR:CAHavoc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6" name="Picture 175" descr="CAHavoc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7" name="TextBox 176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Havoc</a:t>
              </a:r>
            </a:p>
          </p:txBody>
        </p:sp>
      </p:grpSp>
      <p:grpSp>
        <p:nvGrpSpPr>
          <p:cNvPr id="178" name="CR:AV_Palanquin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9" name="Picture 178" descr="AV_Palanquin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80" name="TextBox 179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Palanquin</a:t>
              </a:r>
            </a:p>
          </p:txBody>
        </p:sp>
      </p:grpSp>
      <p:grpSp>
        <p:nvGrpSpPr>
          <p:cNvPr id="181" name="CR:AV_WarChariot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2" name="Picture 181" descr="AV_WarChariot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3" name="TextBox 182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dewback war chariot</a:t>
              </a:r>
            </a:p>
          </p:txBody>
        </p:sp>
      </p:grpSp>
      <p:grpSp>
        <p:nvGrpSpPr>
          <p:cNvPr id="184" name="CR:JRWDryosaurus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5" name="Picture 184" descr="JRWDryosaurus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6" name="Rectangle 185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ssdarr</a:t>
              </a:r>
            </a:p>
          </p:txBody>
        </p:sp>
      </p:grpSp>
      <p:grpSp>
        <p:nvGrpSpPr>
          <p:cNvPr id="188" name="CR:Quinkana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89" name="Picture 188" descr="Quinkana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0" name="Rectangle 189"/>
            <p:cNvSpPr/>
            <p:nvPr/>
          </p:nvSpPr>
          <p:spPr>
            <a:xfrm>
              <a:off x="757123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sskorrak</a:t>
              </a:r>
            </a:p>
          </p:txBody>
        </p:sp>
      </p:grpSp>
      <p:grpSp>
        <p:nvGrpSpPr>
          <p:cNvPr id="192" name="CR:JRWDeinonychus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3" name="Picture 192" descr="JRWDeinonychus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4" name="Rectangle 193"/>
            <p:cNvSpPr/>
            <p:nvPr/>
          </p:nvSpPr>
          <p:spPr>
            <a:xfrm>
              <a:off x="819302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Deinonychus</a:t>
              </a:r>
            </a:p>
          </p:txBody>
        </p:sp>
      </p:grpSp>
      <p:grpSp>
        <p:nvGrpSpPr>
          <p:cNvPr id="196" name="CR:JRWDromaeosaurus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7" name="Picture 196" descr="JRWDromaeosaurus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Rectangle 197"/>
            <p:cNvSpPr/>
            <p:nvPr/>
          </p:nvSpPr>
          <p:spPr>
            <a:xfrm>
              <a:off x="881481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Dromaeosaurus</a:t>
              </a:r>
            </a:p>
          </p:txBody>
        </p:sp>
      </p:grpSp>
      <p:grpSp>
        <p:nvGrpSpPr>
          <p:cNvPr id="200" name="CR:JRWStygimoloch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1" name="Picture 200" descr="JRWStygimoloch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2" name="Rectangle 201"/>
            <p:cNvSpPr/>
            <p:nvPr/>
          </p:nvSpPr>
          <p:spPr>
            <a:xfrm>
              <a:off x="943660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Stygimoloch</a:t>
              </a:r>
            </a:p>
          </p:txBody>
        </p:sp>
      </p:grpSp>
      <p:grpSp>
        <p:nvGrpSpPr>
          <p:cNvPr id="204" name="CR:JRWTroodon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5" name="Picture 204" descr="JRWTroodon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06" name="Rectangle 205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Troodon</a:t>
              </a:r>
            </a:p>
          </p:txBody>
        </p:sp>
      </p:grpSp>
      <p:grpSp>
        <p:nvGrpSpPr>
          <p:cNvPr id="208" name="CR:JRWVelociraptor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9" name="Picture 208" descr="JRWVelociraptor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10" name="Rectangle 209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Velociraptor</a:t>
              </a:r>
            </a:p>
          </p:txBody>
        </p:sp>
      </p:grpSp>
      <p:grpSp>
        <p:nvGrpSpPr>
          <p:cNvPr id="212" name="CR:AM_Infernus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3" name="Picture 212" descr="AM_Infernus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4" name="TextBox 213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infernus</a:t>
              </a:r>
            </a:p>
          </p:txBody>
        </p:sp>
      </p:grpSp>
      <p:grpSp>
        <p:nvGrpSpPr>
          <p:cNvPr id="215" name="CR:RG_WoollyStegosaurus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16" name="Picture 215" descr="RG_WoollyStegosaurus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17" name="Rectangle 216"/>
            <p:cNvSpPr/>
            <p:nvPr/>
          </p:nvSpPr>
          <p:spPr>
            <a:xfrm>
              <a:off x="10972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woolly stegosaurus</a:t>
              </a:r>
            </a:p>
          </p:txBody>
        </p:sp>
      </p:grpSp>
      <p:grpSp>
        <p:nvGrpSpPr>
          <p:cNvPr id="219" name="CR:Mastodon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20" name="Picture 219" descr="Mastodon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21" name="Rectangle 220"/>
            <p:cNvSpPr/>
            <p:nvPr/>
          </p:nvSpPr>
          <p:spPr>
            <a:xfrm>
              <a:off x="73152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mastodon</a:t>
              </a:r>
            </a:p>
          </p:txBody>
        </p:sp>
      </p:grpSp>
      <p:grpSp>
        <p:nvGrpSpPr>
          <p:cNvPr id="223" name="CR:Titanoboa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4" name="Picture 223" descr="Titanoboa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5" name="Rectangle 224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ssorrakoth</a:t>
              </a:r>
            </a:p>
          </p:txBody>
        </p:sp>
      </p:grpSp>
      <p:grpSp>
        <p:nvGrpSpPr>
          <p:cNvPr id="227" name="CR:Megalania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28" name="Picture 227" descr="Megalania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29" name="Rectangle 228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megalania</a:t>
              </a:r>
            </a:p>
          </p:txBody>
        </p:sp>
      </p:grpSp>
      <p:grpSp>
        <p:nvGrpSpPr>
          <p:cNvPr id="231" name="CR:JRWGigantophis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2" name="Picture 231" descr="JRWGigantophis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3" name="Rectangle 232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gigantophis</a:t>
              </a:r>
            </a:p>
          </p:txBody>
        </p:sp>
      </p:grpSp>
      <p:grpSp>
        <p:nvGrpSpPr>
          <p:cNvPr id="235" name="CR:JRWTitanoboa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36" name="Picture 235" descr="JRWTitanoboa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37" name="Rectangle 236"/>
            <p:cNvSpPr/>
            <p:nvPr/>
          </p:nvSpPr>
          <p:spPr>
            <a:xfrm>
              <a:off x="321868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titanoboa</a:t>
              </a:r>
            </a:p>
          </p:txBody>
        </p:sp>
      </p:grpSp>
      <p:grpSp>
        <p:nvGrpSpPr>
          <p:cNvPr id="239" name="CR:MA_Plastemmoth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40" name="Picture 239" descr="MA_Plastemmoth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41" name="Rectangle 240"/>
            <p:cNvSpPr/>
            <p:nvPr/>
          </p:nvSpPr>
          <p:spPr>
            <a:xfrm>
              <a:off x="384048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Plastemmoth</a:t>
              </a:r>
            </a:p>
          </p:txBody>
        </p:sp>
      </p:grpSp>
      <p:grpSp>
        <p:nvGrpSpPr>
          <p:cNvPr id="243" name="CR:VFEI2_Teramantis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4" name="Picture 243" descr="VFEI2_Teramantis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5" name="TextBox 244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teramantis</a:t>
              </a:r>
            </a:p>
          </p:txBody>
        </p:sp>
      </p:grpSp>
      <p:grpSp>
        <p:nvGrpSpPr>
          <p:cNvPr id="246" name="CR:VFEI2_Titantick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7" name="Picture 246" descr="VFEI2_Titantick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48" name="TextBox 247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titantick</a:t>
              </a:r>
            </a:p>
          </p:txBody>
        </p:sp>
      </p:grpSp>
      <p:grpSp>
        <p:nvGrpSpPr>
          <p:cNvPr id="249" name="CR:WoollyMammoth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50" name="Picture 249" descr="WoollyMammoth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51" name="Rectangle 250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vhorbantha</a:t>
              </a:r>
            </a:p>
          </p:txBody>
        </p:sp>
      </p:grpSp>
      <p:grpSp>
        <p:nvGrpSpPr>
          <p:cNvPr id="253" name="CR:VVE_Scytheman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4" name="Picture 253" descr="VVE_Scytheman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5" name="TextBox 254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Scytheman</a:t>
              </a:r>
            </a:p>
          </p:txBody>
        </p:sp>
      </p:grpSp>
      <p:grpSp>
        <p:nvGrpSpPr>
          <p:cNvPr id="256" name="CR:JRWCoelophysis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57" name="Picture 256" descr="JRWCoelophysis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58" name="Rectangle 257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sslek</a:t>
              </a:r>
            </a:p>
          </p:txBody>
        </p:sp>
      </p:grpSp>
      <p:grpSp>
        <p:nvGrpSpPr>
          <p:cNvPr id="260" name="CR:AV_OutriggerCanoe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61" name="Picture 260" descr="AV_OutriggerCanoe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2" name="TextBox 261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Outrigger Canoe</a:t>
              </a:r>
            </a:p>
          </p:txBody>
        </p:sp>
      </p:grpSp>
      <p:grpSp>
        <p:nvGrpSpPr>
          <p:cNvPr id="263" name="CR:VVE_Dinghy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4" name="Picture 263" descr="VVE_Dinghy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5" name="TextBox 264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Dinghy</a:t>
              </a:r>
            </a:p>
          </p:txBody>
        </p:sp>
      </p:grpSp>
      <p:grpSp>
        <p:nvGrpSpPr>
          <p:cNvPr id="266" name="CR:JRWKileskus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7" name="Picture 266" descr="JRWKileskus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68" name="Rectangle 267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krissh</a:t>
              </a:r>
            </a:p>
          </p:txBody>
        </p:sp>
      </p:grpSp>
      <p:grpSp>
        <p:nvGrpSpPr>
          <p:cNvPr id="270" name="CR:VVE_Highwayman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1" name="Picture 270" descr="VVE_Highwayman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2" name="TextBox 271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Highwayman</a:t>
              </a:r>
            </a:p>
          </p:txBody>
        </p:sp>
      </p:grpSp>
      <p:grpSp>
        <p:nvGrpSpPr>
          <p:cNvPr id="273" name="CR:VVE_Traveller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4" name="Picture 273" descr="VVE_Traveller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5" name="TextBox 274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Traveller</a:t>
              </a:r>
            </a:p>
          </p:txBody>
        </p:sp>
      </p:grpSp>
      <p:grpSp>
        <p:nvGrpSpPr>
          <p:cNvPr id="276" name="CR:VVE_BangBus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77" name="Picture 276" descr="VVE_BangBus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78" name="TextBox 277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Bang Bus</a:t>
              </a:r>
            </a:p>
          </p:txBody>
        </p:sp>
      </p:grpSp>
      <p:grpSp>
        <p:nvGrpSpPr>
          <p:cNvPr id="279" name="CR:VVE_Bunsen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0" name="Picture 279" descr="VVE_Bunsen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1" name="TextBox 280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Bunsen</a:t>
              </a:r>
            </a:p>
          </p:txBody>
        </p:sp>
      </p:grpSp>
      <p:sp>
        <p:nvSpPr>
          <p:cNvPr id="282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5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88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6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(6/7)</a:t>
            </a:r>
            <a:r>
              <a:rPr sz="1000">
                <a:solidFill>
                  <a:srgbClr val="A89A80"/>
                </a:solidFill>
              </a:rPr>
              <a:t>     76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3182112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(76 here)</a:t>
            </a:r>
          </a:p>
        </p:txBody>
      </p:sp>
      <p:grpSp>
        <p:nvGrpSpPr>
          <p:cNvPr id="7" name="CR:JRWDesmatosuchus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JRWDesmatosuchus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Desmatosuchus</a:t>
              </a:r>
            </a:p>
          </p:txBody>
        </p:sp>
      </p:grpSp>
      <p:grpSp>
        <p:nvGrpSpPr>
          <p:cNvPr id="11" name="CR:JRWKaprosuchus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JRWKaprosuchus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Kaprosuchus</a:t>
              </a:r>
            </a:p>
          </p:txBody>
        </p:sp>
      </p:grpSp>
      <p:grpSp>
        <p:nvGrpSpPr>
          <p:cNvPr id="15" name="CR:VVE_Mul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VVE_Mule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Mule</a:t>
              </a:r>
            </a:p>
          </p:txBody>
        </p:sp>
      </p:grpSp>
      <p:grpSp>
        <p:nvGrpSpPr>
          <p:cNvPr id="18" name="CR:JRWOrnithosuchus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9" name="Picture 18" descr="JRWOrnithosuchus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197510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Ornithosuchus</a:t>
              </a:r>
            </a:p>
          </p:txBody>
        </p:sp>
      </p:grpSp>
      <p:grpSp>
        <p:nvGrpSpPr>
          <p:cNvPr id="22" name="CR:VVE_Wagon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3" name="Picture 22" descr="VVE_Wagon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Wagon</a:t>
              </a:r>
            </a:p>
          </p:txBody>
        </p:sp>
      </p:grpSp>
      <p:grpSp>
        <p:nvGrpSpPr>
          <p:cNvPr id="25" name="CR:KingToad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6" name="Picture 25" descr="KingToad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king toad</a:t>
              </a:r>
            </a:p>
          </p:txBody>
        </p:sp>
      </p:grpSp>
      <p:grpSp>
        <p:nvGrpSpPr>
          <p:cNvPr id="28" name="CR:JRWCoahuilaceratops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9" name="Picture 28" descr="JRWCoahuilaceratops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>
            <a:xfrm>
              <a:off x="384048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Coahuilaceratops</a:t>
              </a:r>
            </a:p>
          </p:txBody>
        </p:sp>
      </p:grpSp>
      <p:grpSp>
        <p:nvGrpSpPr>
          <p:cNvPr id="32" name="CR:JRWIndorapto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33" name="Picture 32" descr="JRWIndorapto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446227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Indoraptor</a:t>
              </a:r>
            </a:p>
          </p:txBody>
        </p:sp>
      </p:grpSp>
      <p:grpSp>
        <p:nvGrpSpPr>
          <p:cNvPr id="36" name="CR:JRWKentrosaurus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7" name="Picture 36" descr="JRWKentrosaurus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508406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Kentrosaurus</a:t>
              </a:r>
            </a:p>
          </p:txBody>
        </p:sp>
      </p:grpSp>
      <p:grpSp>
        <p:nvGrpSpPr>
          <p:cNvPr id="40" name="CR:JRWKosmoceratops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41" name="Picture 40" descr="JRWKosmoceratops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Rectangle 41"/>
            <p:cNvSpPr/>
            <p:nvPr/>
          </p:nvSpPr>
          <p:spPr>
            <a:xfrm>
              <a:off x="570585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Kosmoceratops</a:t>
              </a:r>
            </a:p>
          </p:txBody>
        </p:sp>
      </p:grpSp>
      <p:grpSp>
        <p:nvGrpSpPr>
          <p:cNvPr id="44" name="CR:JRWNasutoceratops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45" name="Picture 44" descr="JRWNasutoceratops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46" name="Rectangle 45"/>
            <p:cNvSpPr/>
            <p:nvPr/>
          </p:nvSpPr>
          <p:spPr>
            <a:xfrm>
              <a:off x="632764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Nasutoceratops</a:t>
              </a:r>
            </a:p>
          </p:txBody>
        </p:sp>
      </p:grpSp>
      <p:grpSp>
        <p:nvGrpSpPr>
          <p:cNvPr id="48" name="CR:JRWPachyrhinosaurus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9" name="Picture 48" descr="JRWPachyrhinosaurus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50" name="Rectangle 49"/>
            <p:cNvSpPr/>
            <p:nvPr/>
          </p:nvSpPr>
          <p:spPr>
            <a:xfrm>
              <a:off x="694944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Pachyrhinosaurus</a:t>
              </a:r>
            </a:p>
          </p:txBody>
        </p:sp>
      </p:grpSp>
      <p:grpSp>
        <p:nvGrpSpPr>
          <p:cNvPr id="52" name="CR:JRWTriceratops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53" name="Picture 52" descr="JRWTriceratops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Rectangle 53"/>
            <p:cNvSpPr/>
            <p:nvPr/>
          </p:nvSpPr>
          <p:spPr>
            <a:xfrm>
              <a:off x="757123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Triceratops</a:t>
              </a:r>
            </a:p>
          </p:txBody>
        </p:sp>
      </p:grpSp>
      <p:grpSp>
        <p:nvGrpSpPr>
          <p:cNvPr id="56" name="CR:JRWZalmoxes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57" name="Picture 56" descr="JRWZalmoxes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58" name="Rectangle 57"/>
            <p:cNvSpPr/>
            <p:nvPr/>
          </p:nvSpPr>
          <p:spPr>
            <a:xfrm>
              <a:off x="819302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Zalmoxes</a:t>
              </a:r>
            </a:p>
          </p:txBody>
        </p:sp>
      </p:grpSp>
      <p:grpSp>
        <p:nvGrpSpPr>
          <p:cNvPr id="60" name="CR:GR_Mechathrumbo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61" name="Picture 60" descr="GR_Mechathrumbo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62" name="TextBox 61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mechathrumbo</a:t>
              </a:r>
            </a:p>
          </p:txBody>
        </p:sp>
      </p:grpSp>
      <p:grpSp>
        <p:nvGrpSpPr>
          <p:cNvPr id="63" name="CR:GR_ArchotechCentipede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64" name="Picture 63" descr="GR_ArchotechCentipede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archocentipede</a:t>
              </a:r>
            </a:p>
          </p:txBody>
        </p:sp>
      </p:grpSp>
      <p:grpSp>
        <p:nvGrpSpPr>
          <p:cNvPr id="66" name="CR:VFEI2_Patriarch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67" name="Picture 66" descr="VFEI2_Patriarch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patriarch</a:t>
              </a:r>
            </a:p>
          </p:txBody>
        </p:sp>
      </p:grpSp>
      <p:grpSp>
        <p:nvGrpSpPr>
          <p:cNvPr id="69" name="CR:GR_Boomnotherium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70" name="Picture 69" descr="GR_Boomnotherium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71" name="Rectangle 70"/>
            <p:cNvSpPr/>
            <p:nvPr/>
          </p:nvSpPr>
          <p:spPr>
            <a:xfrm>
              <a:off x="10680192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boomnotherium</a:t>
              </a:r>
            </a:p>
          </p:txBody>
        </p:sp>
      </p:grpSp>
      <p:grpSp>
        <p:nvGrpSpPr>
          <p:cNvPr id="73" name="CR:Deinotherium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74" name="Picture 73" descr="Deinotherium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75" name="Rectangle 74"/>
            <p:cNvSpPr/>
            <p:nvPr/>
          </p:nvSpPr>
          <p:spPr>
            <a:xfrm>
              <a:off x="11301984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deinotherium</a:t>
              </a:r>
            </a:p>
          </p:txBody>
        </p:sp>
      </p:grpSp>
      <p:grpSp>
        <p:nvGrpSpPr>
          <p:cNvPr id="77" name="CR:AV_CoveredCarriage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78" name="Picture 77" descr="AV_CoveredCarriage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79" name="TextBox 78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ronto wagon</a:t>
              </a:r>
            </a:p>
          </p:txBody>
        </p:sp>
      </p:grpSp>
      <p:grpSp>
        <p:nvGrpSpPr>
          <p:cNvPr id="80" name="CR:AV_OxCart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81" name="Picture 80" descr="AV_OxCart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82" name="TextBox 81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bantha cart</a:t>
              </a:r>
            </a:p>
          </p:txBody>
        </p:sp>
      </p:grpSp>
      <p:grpSp>
        <p:nvGrpSpPr>
          <p:cNvPr id="83" name="CR:JRWBrachiosaurus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84" name="Picture 83" descr="JRWBrachiosaurus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85" name="Rectangle 84"/>
            <p:cNvSpPr/>
            <p:nvPr/>
          </p:nvSpPr>
          <p:spPr>
            <a:xfrm>
              <a:off x="135331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ssorrbantha</a:t>
              </a:r>
            </a:p>
          </p:txBody>
        </p:sp>
      </p:grpSp>
      <p:grpSp>
        <p:nvGrpSpPr>
          <p:cNvPr id="87" name="CR:VVE_Mosquito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88" name="Picture 87" descr="VVE_Mosquito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89" name="TextBox 88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Mosquito</a:t>
              </a:r>
            </a:p>
          </p:txBody>
        </p:sp>
      </p:grpSp>
      <p:grpSp>
        <p:nvGrpSpPr>
          <p:cNvPr id="90" name="CR:CADevourer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91" name="Picture 90" descr="CADevourer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92" name="TextBox 91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Devourer</a:t>
              </a:r>
            </a:p>
          </p:txBody>
        </p:sp>
      </p:grpSp>
      <p:grpSp>
        <p:nvGrpSpPr>
          <p:cNvPr id="93" name="CR:CAEndBossMech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94" name="Picture 93" descr="CAEndBossMech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95" name="TextBox 94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Judgment</a:t>
              </a:r>
            </a:p>
          </p:txBody>
        </p:sp>
      </p:grpSp>
      <p:grpSp>
        <p:nvGrpSpPr>
          <p:cNvPr id="96" name="CR:VVE_Roadrunner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97" name="Picture 96" descr="VVE_Roadrunner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98" name="TextBox 97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Roadrunner</a:t>
              </a:r>
            </a:p>
          </p:txBody>
        </p:sp>
      </p:grpSp>
      <p:grpSp>
        <p:nvGrpSpPr>
          <p:cNvPr id="99" name="CR:VVE_Snatcher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100" name="Picture 99" descr="VVE_Snatcher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101" name="TextBox 100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Snatcher</a:t>
              </a:r>
            </a:p>
          </p:txBody>
        </p:sp>
      </p:grpSp>
      <p:grpSp>
        <p:nvGrpSpPr>
          <p:cNvPr id="102" name="CR:VVE_Trawler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103" name="Picture 102" descr="VVE_Trawler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104" name="TextBox 103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Trawler</a:t>
              </a:r>
            </a:p>
          </p:txBody>
        </p:sp>
      </p:grpSp>
      <p:grpSp>
        <p:nvGrpSpPr>
          <p:cNvPr id="105" name="CR:JRWAlbertosaurus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106" name="Picture 105" descr="JRWAlbertosaurus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107" name="Rectangle 106"/>
            <p:cNvSpPr/>
            <p:nvPr/>
          </p:nvSpPr>
          <p:spPr>
            <a:xfrm>
              <a:off x="570585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Albertosaurus</a:t>
              </a:r>
            </a:p>
          </p:txBody>
        </p:sp>
      </p:grpSp>
      <p:grpSp>
        <p:nvGrpSpPr>
          <p:cNvPr id="109" name="CR:JRWBaryonyx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110" name="Picture 109" descr="JRWBaryonyx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111" name="Rectangle 110"/>
            <p:cNvSpPr/>
            <p:nvPr/>
          </p:nvSpPr>
          <p:spPr>
            <a:xfrm>
              <a:off x="632764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Baryonyx</a:t>
              </a:r>
            </a:p>
          </p:txBody>
        </p:sp>
      </p:grpSp>
      <p:grpSp>
        <p:nvGrpSpPr>
          <p:cNvPr id="113" name="CR:JRWBecklespinax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114" name="Picture 113" descr="JRWBecklespinax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115" name="Rectangle 114"/>
            <p:cNvSpPr/>
            <p:nvPr/>
          </p:nvSpPr>
          <p:spPr>
            <a:xfrm>
              <a:off x="694944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Becklespinax</a:t>
              </a:r>
            </a:p>
          </p:txBody>
        </p:sp>
      </p:grpSp>
      <p:grpSp>
        <p:nvGrpSpPr>
          <p:cNvPr id="117" name="CR:JRWCeratosaurus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18" name="Picture 117" descr="JRWCeratosaurus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19" name="Rectangle 118"/>
            <p:cNvSpPr/>
            <p:nvPr/>
          </p:nvSpPr>
          <p:spPr>
            <a:xfrm>
              <a:off x="7571232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Ceratosaurus</a:t>
              </a:r>
            </a:p>
          </p:txBody>
        </p:sp>
      </p:grpSp>
      <p:grpSp>
        <p:nvGrpSpPr>
          <p:cNvPr id="121" name="CR:JRWCryolophosaurus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22" name="Picture 121" descr="JRWCryolophosauru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23" name="Rectangle 122"/>
            <p:cNvSpPr/>
            <p:nvPr/>
          </p:nvSpPr>
          <p:spPr>
            <a:xfrm>
              <a:off x="819302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Cryolophosaurus</a:t>
              </a:r>
            </a:p>
          </p:txBody>
        </p:sp>
      </p:grpSp>
      <p:grpSp>
        <p:nvGrpSpPr>
          <p:cNvPr id="125" name="CR:JRWGasosaurus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26" name="Picture 125" descr="JRWGasosaurus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27" name="Rectangle 126"/>
            <p:cNvSpPr/>
            <p:nvPr/>
          </p:nvSpPr>
          <p:spPr>
            <a:xfrm>
              <a:off x="8814816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Gasosaurus</a:t>
              </a:r>
            </a:p>
          </p:txBody>
        </p:sp>
      </p:grpSp>
      <p:grpSp>
        <p:nvGrpSpPr>
          <p:cNvPr id="129" name="CR:JRWNanuqsaurus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30" name="Picture 129" descr="JRWNanuqsaurus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31" name="Rectangle 130"/>
            <p:cNvSpPr/>
            <p:nvPr/>
          </p:nvSpPr>
          <p:spPr>
            <a:xfrm>
              <a:off x="9436608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Nanuqsaurus</a:t>
              </a:r>
            </a:p>
          </p:txBody>
        </p:sp>
      </p:grpSp>
      <p:grpSp>
        <p:nvGrpSpPr>
          <p:cNvPr id="133" name="CR:JRWSuchomimus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34" name="Picture 133" descr="JRWSuchomimus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35" name="Rectangle 134"/>
            <p:cNvSpPr/>
            <p:nvPr/>
          </p:nvSpPr>
          <p:spPr>
            <a:xfrm>
              <a:off x="10058400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Suchomimus</a:t>
              </a:r>
            </a:p>
          </p:txBody>
        </p:sp>
      </p:grpSp>
      <p:grpSp>
        <p:nvGrpSpPr>
          <p:cNvPr id="137" name="CR:VVE_Bulldog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38" name="Picture 137" descr="VVE_Bulldog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39" name="TextBox 138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Bulldog</a:t>
              </a:r>
            </a:p>
          </p:txBody>
        </p:sp>
      </p:grpSp>
      <p:grpSp>
        <p:nvGrpSpPr>
          <p:cNvPr id="140" name="CR:JRWEnigmosaurus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41" name="Picture 140" descr="JRWEnigmosaurus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42" name="Rectangle 141"/>
            <p:cNvSpPr/>
            <p:nvPr/>
          </p:nvSpPr>
          <p:spPr>
            <a:xfrm>
              <a:off x="11301984" y="1408176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Enigmosaurus</a:t>
              </a:r>
            </a:p>
          </p:txBody>
        </p:sp>
      </p:grpSp>
      <p:grpSp>
        <p:nvGrpSpPr>
          <p:cNvPr id="144" name="CR:JRWSegnosaurus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45" name="Picture 144" descr="JRWSegnosaurus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46" name="Rectangle 145"/>
            <p:cNvSpPr/>
            <p:nvPr/>
          </p:nvSpPr>
          <p:spPr>
            <a:xfrm>
              <a:off x="10972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Segnosaurus</a:t>
              </a:r>
            </a:p>
          </p:txBody>
        </p:sp>
      </p:grpSp>
      <p:grpSp>
        <p:nvGrpSpPr>
          <p:cNvPr id="148" name="CR:VVE_Tango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49" name="Picture 148" descr="VVE_Tango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50" name="TextBox 149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Tango</a:t>
              </a:r>
            </a:p>
          </p:txBody>
        </p:sp>
      </p:grpSp>
      <p:grpSp>
        <p:nvGrpSpPr>
          <p:cNvPr id="151" name="CR:JRWTherizinosaurus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52" name="Picture 151" descr="JRWTherizinosaurus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53" name="Rectangle 152"/>
            <p:cNvSpPr/>
            <p:nvPr/>
          </p:nvSpPr>
          <p:spPr>
            <a:xfrm>
              <a:off x="135331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Therizinosaurus</a:t>
              </a:r>
            </a:p>
          </p:txBody>
        </p:sp>
      </p:grpSp>
      <p:grpSp>
        <p:nvGrpSpPr>
          <p:cNvPr id="155" name="CR:JRWAnkylosaurus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56" name="Picture 155" descr="JRWAnkylosaurus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57" name="Rectangle 156"/>
            <p:cNvSpPr/>
            <p:nvPr/>
          </p:nvSpPr>
          <p:spPr>
            <a:xfrm>
              <a:off x="197510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Ankylosaurus</a:t>
              </a:r>
            </a:p>
          </p:txBody>
        </p:sp>
      </p:grpSp>
      <p:grpSp>
        <p:nvGrpSpPr>
          <p:cNvPr id="159" name="CR:JRWMochlodon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60" name="Picture 159" descr="JRWMochlodon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61" name="Rectangle 160"/>
            <p:cNvSpPr/>
            <p:nvPr/>
          </p:nvSpPr>
          <p:spPr>
            <a:xfrm>
              <a:off x="259689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Mochlodon</a:t>
              </a:r>
            </a:p>
          </p:txBody>
        </p:sp>
      </p:grpSp>
      <p:grpSp>
        <p:nvGrpSpPr>
          <p:cNvPr id="163" name="CR:JRWStegosaurus"/>
          <p:cNvGrpSpPr/>
          <p:nvPr/>
        </p:nvGrpSpPr>
        <p:grpSpPr>
          <a:xfrm>
            <a:off x="3182112" y="2157984"/>
            <a:ext cx="621792" cy="704088"/>
            <a:chOff x="3182112" y="2157984"/>
            <a:chExt cx="621792" cy="704088"/>
          </a:xfrm>
        </p:grpSpPr>
        <p:pic>
          <p:nvPicPr>
            <p:cNvPr id="164" name="Picture 163" descr="JRWStegosaurus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3218688" y="2157984"/>
              <a:ext cx="548640" cy="548640"/>
            </a:xfrm>
            <a:prstGeom prst="rect">
              <a:avLst/>
            </a:prstGeom>
          </p:spPr>
        </p:pic>
        <p:sp>
          <p:nvSpPr>
            <p:cNvPr id="165" name="Rectangle 164"/>
            <p:cNvSpPr/>
            <p:nvPr/>
          </p:nvSpPr>
          <p:spPr>
            <a:xfrm>
              <a:off x="321868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318211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Stegosaurus</a:t>
              </a:r>
            </a:p>
          </p:txBody>
        </p:sp>
      </p:grpSp>
      <p:grpSp>
        <p:nvGrpSpPr>
          <p:cNvPr id="167" name="CR:VVE_Warbird"/>
          <p:cNvGrpSpPr/>
          <p:nvPr/>
        </p:nvGrpSpPr>
        <p:grpSpPr>
          <a:xfrm>
            <a:off x="3803904" y="2157984"/>
            <a:ext cx="621792" cy="704088"/>
            <a:chOff x="3803904" y="2157984"/>
            <a:chExt cx="621792" cy="704088"/>
          </a:xfrm>
        </p:grpSpPr>
        <p:pic>
          <p:nvPicPr>
            <p:cNvPr id="168" name="Picture 167" descr="VVE_Warbird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3840480" y="2157984"/>
              <a:ext cx="548640" cy="548640"/>
            </a:xfrm>
            <a:prstGeom prst="rect">
              <a:avLst/>
            </a:prstGeom>
          </p:spPr>
        </p:pic>
        <p:sp>
          <p:nvSpPr>
            <p:cNvPr id="169" name="TextBox 168"/>
            <p:cNvSpPr txBox="1"/>
            <p:nvPr/>
          </p:nvSpPr>
          <p:spPr>
            <a:xfrm>
              <a:off x="380390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Warbird</a:t>
              </a:r>
            </a:p>
          </p:txBody>
        </p:sp>
      </p:grpSp>
      <p:grpSp>
        <p:nvGrpSpPr>
          <p:cNvPr id="170" name="CR:JRWCarnotaurus"/>
          <p:cNvGrpSpPr/>
          <p:nvPr/>
        </p:nvGrpSpPr>
        <p:grpSpPr>
          <a:xfrm>
            <a:off x="4425696" y="2157984"/>
            <a:ext cx="621792" cy="704088"/>
            <a:chOff x="4425696" y="2157984"/>
            <a:chExt cx="621792" cy="704088"/>
          </a:xfrm>
        </p:grpSpPr>
        <p:pic>
          <p:nvPicPr>
            <p:cNvPr id="171" name="Picture 170" descr="JRWCarnotaurus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4462272" y="2157984"/>
              <a:ext cx="548640" cy="548640"/>
            </a:xfrm>
            <a:prstGeom prst="rect">
              <a:avLst/>
            </a:prstGeom>
          </p:spPr>
        </p:pic>
        <p:sp>
          <p:nvSpPr>
            <p:cNvPr id="172" name="Rectangle 171"/>
            <p:cNvSpPr/>
            <p:nvPr/>
          </p:nvSpPr>
          <p:spPr>
            <a:xfrm>
              <a:off x="446227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442569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Carnotaurus</a:t>
              </a:r>
            </a:p>
          </p:txBody>
        </p:sp>
      </p:grpSp>
      <p:grpSp>
        <p:nvGrpSpPr>
          <p:cNvPr id="174" name="CR:JRWMetriacanthosaurus"/>
          <p:cNvGrpSpPr/>
          <p:nvPr/>
        </p:nvGrpSpPr>
        <p:grpSpPr>
          <a:xfrm>
            <a:off x="5047488" y="2157984"/>
            <a:ext cx="621792" cy="704088"/>
            <a:chOff x="5047488" y="2157984"/>
            <a:chExt cx="621792" cy="704088"/>
          </a:xfrm>
        </p:grpSpPr>
        <p:pic>
          <p:nvPicPr>
            <p:cNvPr id="175" name="Picture 174" descr="JRWMetriacanthosaurus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084064" y="2157984"/>
              <a:ext cx="548640" cy="548640"/>
            </a:xfrm>
            <a:prstGeom prst="rect">
              <a:avLst/>
            </a:prstGeom>
          </p:spPr>
        </p:pic>
        <p:sp>
          <p:nvSpPr>
            <p:cNvPr id="176" name="Rectangle 175"/>
            <p:cNvSpPr/>
            <p:nvPr/>
          </p:nvSpPr>
          <p:spPr>
            <a:xfrm>
              <a:off x="508406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04748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Metriacanthosaurus</a:t>
              </a:r>
            </a:p>
          </p:txBody>
        </p:sp>
      </p:grpSp>
      <p:grpSp>
        <p:nvGrpSpPr>
          <p:cNvPr id="178" name="CR:JRWRajasaurus"/>
          <p:cNvGrpSpPr/>
          <p:nvPr/>
        </p:nvGrpSpPr>
        <p:grpSpPr>
          <a:xfrm>
            <a:off x="5669280" y="2157984"/>
            <a:ext cx="621792" cy="704088"/>
            <a:chOff x="5669280" y="2157984"/>
            <a:chExt cx="621792" cy="704088"/>
          </a:xfrm>
        </p:grpSpPr>
        <p:pic>
          <p:nvPicPr>
            <p:cNvPr id="179" name="Picture 178" descr="JRWRajasaurus.112.jpg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5705856" y="2157984"/>
              <a:ext cx="548640" cy="548640"/>
            </a:xfrm>
            <a:prstGeom prst="rect">
              <a:avLst/>
            </a:prstGeom>
          </p:spPr>
        </p:pic>
        <p:sp>
          <p:nvSpPr>
            <p:cNvPr id="180" name="Rectangle 179"/>
            <p:cNvSpPr/>
            <p:nvPr/>
          </p:nvSpPr>
          <p:spPr>
            <a:xfrm>
              <a:off x="570585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566928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Rajasaurus</a:t>
              </a:r>
            </a:p>
          </p:txBody>
        </p:sp>
      </p:grpSp>
      <p:grpSp>
        <p:nvGrpSpPr>
          <p:cNvPr id="182" name="CR:Purussaurus"/>
          <p:cNvGrpSpPr/>
          <p:nvPr/>
        </p:nvGrpSpPr>
        <p:grpSpPr>
          <a:xfrm>
            <a:off x="6291072" y="2157984"/>
            <a:ext cx="621792" cy="704088"/>
            <a:chOff x="6291072" y="2157984"/>
            <a:chExt cx="621792" cy="704088"/>
          </a:xfrm>
        </p:grpSpPr>
        <p:pic>
          <p:nvPicPr>
            <p:cNvPr id="183" name="Picture 182" descr="Purussaurus.112.jpg"/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6327648" y="2157984"/>
              <a:ext cx="548640" cy="548640"/>
            </a:xfrm>
            <a:prstGeom prst="rect">
              <a:avLst/>
            </a:prstGeom>
          </p:spPr>
        </p:pic>
        <p:sp>
          <p:nvSpPr>
            <p:cNvPr id="184" name="Rectangle 183"/>
            <p:cNvSpPr/>
            <p:nvPr/>
          </p:nvSpPr>
          <p:spPr>
            <a:xfrm>
              <a:off x="6327648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629107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sskorrath</a:t>
              </a:r>
            </a:p>
          </p:txBody>
        </p:sp>
      </p:grpSp>
      <p:grpSp>
        <p:nvGrpSpPr>
          <p:cNvPr id="186" name="CR:Paraceratherium"/>
          <p:cNvGrpSpPr/>
          <p:nvPr/>
        </p:nvGrpSpPr>
        <p:grpSpPr>
          <a:xfrm>
            <a:off x="6912864" y="2157984"/>
            <a:ext cx="621792" cy="704088"/>
            <a:chOff x="6912864" y="2157984"/>
            <a:chExt cx="621792" cy="704088"/>
          </a:xfrm>
        </p:grpSpPr>
        <p:pic>
          <p:nvPicPr>
            <p:cNvPr id="187" name="Picture 186" descr="Paraceratherium.112.jpg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6949440" y="2157984"/>
              <a:ext cx="548640" cy="548640"/>
            </a:xfrm>
            <a:prstGeom prst="rect">
              <a:avLst/>
            </a:prstGeom>
          </p:spPr>
        </p:pic>
        <p:sp>
          <p:nvSpPr>
            <p:cNvPr id="188" name="Rectangle 187"/>
            <p:cNvSpPr/>
            <p:nvPr/>
          </p:nvSpPr>
          <p:spPr>
            <a:xfrm>
              <a:off x="694944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691286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paraceratherium</a:t>
              </a:r>
            </a:p>
          </p:txBody>
        </p:sp>
      </p:grpSp>
      <p:grpSp>
        <p:nvGrpSpPr>
          <p:cNvPr id="190" name="CR:RSW_StormSando"/>
          <p:cNvGrpSpPr/>
          <p:nvPr/>
        </p:nvGrpSpPr>
        <p:grpSpPr>
          <a:xfrm>
            <a:off x="7534656" y="2157984"/>
            <a:ext cx="621792" cy="704088"/>
            <a:chOff x="7534656" y="2157984"/>
            <a:chExt cx="621792" cy="704088"/>
          </a:xfrm>
        </p:grpSpPr>
        <p:pic>
          <p:nvPicPr>
            <p:cNvPr id="191" name="Picture 190" descr="RSW_StormSando.112.jpg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571232" y="2157984"/>
              <a:ext cx="548640" cy="548640"/>
            </a:xfrm>
            <a:prstGeom prst="rect">
              <a:avLst/>
            </a:prstGeom>
          </p:spPr>
        </p:pic>
        <p:sp>
          <p:nvSpPr>
            <p:cNvPr id="192" name="TextBox 191"/>
            <p:cNvSpPr txBox="1"/>
            <p:nvPr/>
          </p:nvSpPr>
          <p:spPr>
            <a:xfrm>
              <a:off x="753465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storm sando</a:t>
              </a:r>
            </a:p>
          </p:txBody>
        </p:sp>
      </p:grpSp>
      <p:grpSp>
        <p:nvGrpSpPr>
          <p:cNvPr id="193" name="CR:AV_DogSled"/>
          <p:cNvGrpSpPr/>
          <p:nvPr/>
        </p:nvGrpSpPr>
        <p:grpSpPr>
          <a:xfrm>
            <a:off x="8156448" y="2157984"/>
            <a:ext cx="621792" cy="704088"/>
            <a:chOff x="8156448" y="2157984"/>
            <a:chExt cx="621792" cy="704088"/>
          </a:xfrm>
        </p:grpSpPr>
        <p:pic>
          <p:nvPicPr>
            <p:cNvPr id="194" name="Picture 193" descr="AV_DogSled.112.jpg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193024" y="2157984"/>
              <a:ext cx="548640" cy="548640"/>
            </a:xfrm>
            <a:prstGeom prst="rect">
              <a:avLst/>
            </a:prstGeom>
          </p:spPr>
        </p:pic>
        <p:sp>
          <p:nvSpPr>
            <p:cNvPr id="195" name="TextBox 194"/>
            <p:cNvSpPr txBox="1"/>
            <p:nvPr/>
          </p:nvSpPr>
          <p:spPr>
            <a:xfrm>
              <a:off x="815644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eopie sled</a:t>
              </a:r>
            </a:p>
          </p:txBody>
        </p:sp>
      </p:grpSp>
      <p:grpSp>
        <p:nvGrpSpPr>
          <p:cNvPr id="196" name="CR:JRWPrestosuchus"/>
          <p:cNvGrpSpPr/>
          <p:nvPr/>
        </p:nvGrpSpPr>
        <p:grpSpPr>
          <a:xfrm>
            <a:off x="8778240" y="2157984"/>
            <a:ext cx="621792" cy="704088"/>
            <a:chOff x="8778240" y="2157984"/>
            <a:chExt cx="621792" cy="704088"/>
          </a:xfrm>
        </p:grpSpPr>
        <p:pic>
          <p:nvPicPr>
            <p:cNvPr id="197" name="Picture 196" descr="JRWPrestosuchus.112.jpg"/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8814816" y="2157984"/>
              <a:ext cx="548640" cy="548640"/>
            </a:xfrm>
            <a:prstGeom prst="rect">
              <a:avLst/>
            </a:prstGeom>
          </p:spPr>
        </p:pic>
        <p:sp>
          <p:nvSpPr>
            <p:cNvPr id="198" name="Rectangle 197"/>
            <p:cNvSpPr/>
            <p:nvPr/>
          </p:nvSpPr>
          <p:spPr>
            <a:xfrm>
              <a:off x="8814816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877824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Prestosuchus</a:t>
              </a:r>
            </a:p>
          </p:txBody>
        </p:sp>
      </p:grpSp>
      <p:grpSp>
        <p:nvGrpSpPr>
          <p:cNvPr id="200" name="CR:VVE_Wisent"/>
          <p:cNvGrpSpPr/>
          <p:nvPr/>
        </p:nvGrpSpPr>
        <p:grpSpPr>
          <a:xfrm>
            <a:off x="9400032" y="2157984"/>
            <a:ext cx="621792" cy="704088"/>
            <a:chOff x="9400032" y="2157984"/>
            <a:chExt cx="621792" cy="704088"/>
          </a:xfrm>
        </p:grpSpPr>
        <p:pic>
          <p:nvPicPr>
            <p:cNvPr id="201" name="Picture 200" descr="VVE_Wisent.112.jpg"/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9436608" y="2157984"/>
              <a:ext cx="548640" cy="548640"/>
            </a:xfrm>
            <a:prstGeom prst="rect">
              <a:avLst/>
            </a:prstGeom>
          </p:spPr>
        </p:pic>
        <p:sp>
          <p:nvSpPr>
            <p:cNvPr id="202" name="TextBox 201"/>
            <p:cNvSpPr txBox="1"/>
            <p:nvPr/>
          </p:nvSpPr>
          <p:spPr>
            <a:xfrm>
              <a:off x="940003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Wisent</a:t>
              </a:r>
            </a:p>
          </p:txBody>
        </p:sp>
      </p:grpSp>
      <p:grpSp>
        <p:nvGrpSpPr>
          <p:cNvPr id="203" name="CR:JRWCamptosaurus"/>
          <p:cNvGrpSpPr/>
          <p:nvPr/>
        </p:nvGrpSpPr>
        <p:grpSpPr>
          <a:xfrm>
            <a:off x="10021824" y="2157984"/>
            <a:ext cx="621792" cy="704088"/>
            <a:chOff x="10021824" y="2157984"/>
            <a:chExt cx="621792" cy="704088"/>
          </a:xfrm>
        </p:grpSpPr>
        <p:pic>
          <p:nvPicPr>
            <p:cNvPr id="204" name="Picture 203" descr="JRWCamptosaurus.112.jpg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10058400" y="2157984"/>
              <a:ext cx="548640" cy="548640"/>
            </a:xfrm>
            <a:prstGeom prst="rect">
              <a:avLst/>
            </a:prstGeom>
          </p:spPr>
        </p:pic>
        <p:sp>
          <p:nvSpPr>
            <p:cNvPr id="205" name="Rectangle 204"/>
            <p:cNvSpPr/>
            <p:nvPr/>
          </p:nvSpPr>
          <p:spPr>
            <a:xfrm>
              <a:off x="10058400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1002182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Camptosaurus</a:t>
              </a:r>
            </a:p>
          </p:txBody>
        </p:sp>
      </p:grpSp>
      <p:grpSp>
        <p:nvGrpSpPr>
          <p:cNvPr id="207" name="CR:JRWRhabdodon"/>
          <p:cNvGrpSpPr/>
          <p:nvPr/>
        </p:nvGrpSpPr>
        <p:grpSpPr>
          <a:xfrm>
            <a:off x="10643616" y="2157984"/>
            <a:ext cx="621792" cy="704088"/>
            <a:chOff x="10643616" y="2157984"/>
            <a:chExt cx="621792" cy="704088"/>
          </a:xfrm>
        </p:grpSpPr>
        <p:pic>
          <p:nvPicPr>
            <p:cNvPr id="208" name="Picture 207" descr="JRWRhabdodon.112.jpg"/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10680192" y="2157984"/>
              <a:ext cx="548640" cy="548640"/>
            </a:xfrm>
            <a:prstGeom prst="rect">
              <a:avLst/>
            </a:prstGeom>
          </p:spPr>
        </p:pic>
        <p:sp>
          <p:nvSpPr>
            <p:cNvPr id="209" name="Rectangle 208"/>
            <p:cNvSpPr/>
            <p:nvPr/>
          </p:nvSpPr>
          <p:spPr>
            <a:xfrm>
              <a:off x="10680192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1064361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Rhabdodon</a:t>
              </a:r>
            </a:p>
          </p:txBody>
        </p:sp>
      </p:grpSp>
      <p:grpSp>
        <p:nvGrpSpPr>
          <p:cNvPr id="211" name="CR:JRWTenontosaurus"/>
          <p:cNvGrpSpPr/>
          <p:nvPr/>
        </p:nvGrpSpPr>
        <p:grpSpPr>
          <a:xfrm>
            <a:off x="11265408" y="2157984"/>
            <a:ext cx="621792" cy="704088"/>
            <a:chOff x="11265408" y="2157984"/>
            <a:chExt cx="621792" cy="704088"/>
          </a:xfrm>
        </p:grpSpPr>
        <p:pic>
          <p:nvPicPr>
            <p:cNvPr id="212" name="Picture 211" descr="JRWTenontosaurus.112.jpg"/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11301984" y="2157984"/>
              <a:ext cx="548640" cy="548640"/>
            </a:xfrm>
            <a:prstGeom prst="rect">
              <a:avLst/>
            </a:prstGeom>
          </p:spPr>
        </p:pic>
        <p:sp>
          <p:nvSpPr>
            <p:cNvPr id="213" name="Rectangle 212"/>
            <p:cNvSpPr/>
            <p:nvPr/>
          </p:nvSpPr>
          <p:spPr>
            <a:xfrm>
              <a:off x="11301984" y="2157984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1126540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Tenontosaurus</a:t>
              </a:r>
            </a:p>
          </p:txBody>
        </p:sp>
      </p:grpSp>
      <p:grpSp>
        <p:nvGrpSpPr>
          <p:cNvPr id="215" name="CR:VVE_Smuggler"/>
          <p:cNvGrpSpPr/>
          <p:nvPr/>
        </p:nvGrpSpPr>
        <p:grpSpPr>
          <a:xfrm>
            <a:off x="73152" y="2907792"/>
            <a:ext cx="621792" cy="704088"/>
            <a:chOff x="73152" y="2907792"/>
            <a:chExt cx="621792" cy="704088"/>
          </a:xfrm>
        </p:grpSpPr>
        <p:pic>
          <p:nvPicPr>
            <p:cNvPr id="216" name="Picture 215" descr="VVE_Smuggler.112.jpg"/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109728" y="2907792"/>
              <a:ext cx="548640" cy="548640"/>
            </a:xfrm>
            <a:prstGeom prst="rect">
              <a:avLst/>
            </a:prstGeom>
          </p:spPr>
        </p:pic>
        <p:sp>
          <p:nvSpPr>
            <p:cNvPr id="217" name="TextBox 216"/>
            <p:cNvSpPr txBox="1"/>
            <p:nvPr/>
          </p:nvSpPr>
          <p:spPr>
            <a:xfrm>
              <a:off x="7315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Smuggler</a:t>
              </a:r>
            </a:p>
          </p:txBody>
        </p:sp>
      </p:grpSp>
      <p:grpSp>
        <p:nvGrpSpPr>
          <p:cNvPr id="218" name="CR:RSW_SandoAquaMonster"/>
          <p:cNvGrpSpPr/>
          <p:nvPr/>
        </p:nvGrpSpPr>
        <p:grpSpPr>
          <a:xfrm>
            <a:off x="694944" y="2907792"/>
            <a:ext cx="621792" cy="704088"/>
            <a:chOff x="694944" y="2907792"/>
            <a:chExt cx="621792" cy="704088"/>
          </a:xfrm>
        </p:grpSpPr>
        <p:pic>
          <p:nvPicPr>
            <p:cNvPr id="219" name="Picture 218" descr="RSW_SandoAquaMonster.112.jpg"/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731520" y="2907792"/>
              <a:ext cx="548640" cy="548640"/>
            </a:xfrm>
            <a:prstGeom prst="rect">
              <a:avLst/>
            </a:prstGeom>
          </p:spPr>
        </p:pic>
        <p:sp>
          <p:nvSpPr>
            <p:cNvPr id="220" name="TextBox 219"/>
            <p:cNvSpPr txBox="1"/>
            <p:nvPr/>
          </p:nvSpPr>
          <p:spPr>
            <a:xfrm>
              <a:off x="69494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sando aqua monster</a:t>
              </a:r>
            </a:p>
          </p:txBody>
        </p:sp>
      </p:grpSp>
      <p:grpSp>
        <p:nvGrpSpPr>
          <p:cNvPr id="221" name="CR:JRWYutyrannus"/>
          <p:cNvGrpSpPr/>
          <p:nvPr/>
        </p:nvGrpSpPr>
        <p:grpSpPr>
          <a:xfrm>
            <a:off x="1316736" y="2907792"/>
            <a:ext cx="621792" cy="704088"/>
            <a:chOff x="1316736" y="2907792"/>
            <a:chExt cx="621792" cy="704088"/>
          </a:xfrm>
        </p:grpSpPr>
        <p:pic>
          <p:nvPicPr>
            <p:cNvPr id="222" name="Picture 221" descr="JRWYutyrannus.112.jpg"/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1353312" y="2907792"/>
              <a:ext cx="548640" cy="548640"/>
            </a:xfrm>
            <a:prstGeom prst="rect">
              <a:avLst/>
            </a:prstGeom>
          </p:spPr>
        </p:pic>
        <p:sp>
          <p:nvSpPr>
            <p:cNvPr id="223" name="Rectangle 222"/>
            <p:cNvSpPr/>
            <p:nvPr/>
          </p:nvSpPr>
          <p:spPr>
            <a:xfrm>
              <a:off x="135331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131673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Yutyrannus</a:t>
              </a:r>
            </a:p>
          </p:txBody>
        </p:sp>
      </p:grpSp>
      <p:grpSp>
        <p:nvGrpSpPr>
          <p:cNvPr id="225" name="CR:JRWCorythosaurus"/>
          <p:cNvGrpSpPr/>
          <p:nvPr/>
        </p:nvGrpSpPr>
        <p:grpSpPr>
          <a:xfrm>
            <a:off x="1938528" y="2907792"/>
            <a:ext cx="621792" cy="704088"/>
            <a:chOff x="1938528" y="2907792"/>
            <a:chExt cx="621792" cy="704088"/>
          </a:xfrm>
        </p:grpSpPr>
        <p:pic>
          <p:nvPicPr>
            <p:cNvPr id="226" name="Picture 225" descr="JRWCorythosaurus.112.jpg"/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975104" y="2907792"/>
              <a:ext cx="548640" cy="548640"/>
            </a:xfrm>
            <a:prstGeom prst="rect">
              <a:avLst/>
            </a:prstGeom>
          </p:spPr>
        </p:pic>
        <p:sp>
          <p:nvSpPr>
            <p:cNvPr id="227" name="Rectangle 226"/>
            <p:cNvSpPr/>
            <p:nvPr/>
          </p:nvSpPr>
          <p:spPr>
            <a:xfrm>
              <a:off x="197510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193852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Corythosaurus</a:t>
              </a:r>
            </a:p>
          </p:txBody>
        </p:sp>
      </p:grpSp>
      <p:grpSp>
        <p:nvGrpSpPr>
          <p:cNvPr id="229" name="CR:JRWDeinosuchus"/>
          <p:cNvGrpSpPr/>
          <p:nvPr/>
        </p:nvGrpSpPr>
        <p:grpSpPr>
          <a:xfrm>
            <a:off x="2560320" y="2907792"/>
            <a:ext cx="621792" cy="704088"/>
            <a:chOff x="2560320" y="2907792"/>
            <a:chExt cx="621792" cy="704088"/>
          </a:xfrm>
        </p:grpSpPr>
        <p:pic>
          <p:nvPicPr>
            <p:cNvPr id="230" name="Picture 229" descr="JRWDeinosuchus.112.jpg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2596896" y="2907792"/>
              <a:ext cx="548640" cy="548640"/>
            </a:xfrm>
            <a:prstGeom prst="rect">
              <a:avLst/>
            </a:prstGeom>
          </p:spPr>
        </p:pic>
        <p:sp>
          <p:nvSpPr>
            <p:cNvPr id="231" name="Rectangle 230"/>
            <p:cNvSpPr/>
            <p:nvPr/>
          </p:nvSpPr>
          <p:spPr>
            <a:xfrm>
              <a:off x="259689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56032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Deinosuchus</a:t>
              </a:r>
            </a:p>
          </p:txBody>
        </p:sp>
      </p:grpSp>
      <p:grpSp>
        <p:nvGrpSpPr>
          <p:cNvPr id="233" name="CR:JRWEdmontosaurus"/>
          <p:cNvGrpSpPr/>
          <p:nvPr/>
        </p:nvGrpSpPr>
        <p:grpSpPr>
          <a:xfrm>
            <a:off x="3182112" y="2907792"/>
            <a:ext cx="621792" cy="704088"/>
            <a:chOff x="3182112" y="2907792"/>
            <a:chExt cx="621792" cy="704088"/>
          </a:xfrm>
        </p:grpSpPr>
        <p:pic>
          <p:nvPicPr>
            <p:cNvPr id="234" name="Picture 233" descr="JRWEdmontosaurus.112.jpg"/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218688" y="2907792"/>
              <a:ext cx="548640" cy="548640"/>
            </a:xfrm>
            <a:prstGeom prst="rect">
              <a:avLst/>
            </a:prstGeom>
          </p:spPr>
        </p:pic>
        <p:sp>
          <p:nvSpPr>
            <p:cNvPr id="235" name="Rectangle 234"/>
            <p:cNvSpPr/>
            <p:nvPr/>
          </p:nvSpPr>
          <p:spPr>
            <a:xfrm>
              <a:off x="321868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318211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Edmontosaurus</a:t>
              </a:r>
            </a:p>
          </p:txBody>
        </p:sp>
      </p:grpSp>
      <p:grpSp>
        <p:nvGrpSpPr>
          <p:cNvPr id="237" name="CR:JRWParasaurolophus"/>
          <p:cNvGrpSpPr/>
          <p:nvPr/>
        </p:nvGrpSpPr>
        <p:grpSpPr>
          <a:xfrm>
            <a:off x="3803904" y="2907792"/>
            <a:ext cx="621792" cy="704088"/>
            <a:chOff x="3803904" y="2907792"/>
            <a:chExt cx="621792" cy="704088"/>
          </a:xfrm>
        </p:grpSpPr>
        <p:pic>
          <p:nvPicPr>
            <p:cNvPr id="238" name="Picture 237" descr="JRWParasaurolophus.112.jpg"/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3840480" y="2907792"/>
              <a:ext cx="548640" cy="548640"/>
            </a:xfrm>
            <a:prstGeom prst="rect">
              <a:avLst/>
            </a:prstGeom>
          </p:spPr>
        </p:pic>
        <p:sp>
          <p:nvSpPr>
            <p:cNvPr id="239" name="Rectangle 238"/>
            <p:cNvSpPr/>
            <p:nvPr/>
          </p:nvSpPr>
          <p:spPr>
            <a:xfrm>
              <a:off x="384048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380390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Parasaurolophus</a:t>
              </a:r>
            </a:p>
          </p:txBody>
        </p:sp>
      </p:grpSp>
      <p:grpSp>
        <p:nvGrpSpPr>
          <p:cNvPr id="241" name="CR:JRWSarcosuchus"/>
          <p:cNvGrpSpPr/>
          <p:nvPr/>
        </p:nvGrpSpPr>
        <p:grpSpPr>
          <a:xfrm>
            <a:off x="4425696" y="2907792"/>
            <a:ext cx="621792" cy="704088"/>
            <a:chOff x="4425696" y="2907792"/>
            <a:chExt cx="621792" cy="704088"/>
          </a:xfrm>
        </p:grpSpPr>
        <p:pic>
          <p:nvPicPr>
            <p:cNvPr id="242" name="Picture 241" descr="JRWSarcosuchus.112.jpg"/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4462272" y="2907792"/>
              <a:ext cx="548640" cy="548640"/>
            </a:xfrm>
            <a:prstGeom prst="rect">
              <a:avLst/>
            </a:prstGeom>
          </p:spPr>
        </p:pic>
        <p:sp>
          <p:nvSpPr>
            <p:cNvPr id="243" name="Rectangle 242"/>
            <p:cNvSpPr/>
            <p:nvPr/>
          </p:nvSpPr>
          <p:spPr>
            <a:xfrm>
              <a:off x="446227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42569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Sarcosuchus</a:t>
              </a:r>
            </a:p>
          </p:txBody>
        </p:sp>
      </p:grpSp>
      <p:grpSp>
        <p:nvGrpSpPr>
          <p:cNvPr id="245" name="CR:JRWAcrocanthosaurus"/>
          <p:cNvGrpSpPr/>
          <p:nvPr/>
        </p:nvGrpSpPr>
        <p:grpSpPr>
          <a:xfrm>
            <a:off x="5047488" y="2907792"/>
            <a:ext cx="621792" cy="704088"/>
            <a:chOff x="5047488" y="2907792"/>
            <a:chExt cx="621792" cy="704088"/>
          </a:xfrm>
        </p:grpSpPr>
        <p:pic>
          <p:nvPicPr>
            <p:cNvPr id="246" name="Picture 245" descr="JRWAcrocanthosaurus.112.jpg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5084064" y="2907792"/>
              <a:ext cx="548640" cy="548640"/>
            </a:xfrm>
            <a:prstGeom prst="rect">
              <a:avLst/>
            </a:prstGeom>
          </p:spPr>
        </p:pic>
        <p:sp>
          <p:nvSpPr>
            <p:cNvPr id="247" name="Rectangle 246"/>
            <p:cNvSpPr/>
            <p:nvPr/>
          </p:nvSpPr>
          <p:spPr>
            <a:xfrm>
              <a:off x="508406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504748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Acrocanthosaurus</a:t>
              </a:r>
            </a:p>
          </p:txBody>
        </p:sp>
      </p:grpSp>
      <p:grpSp>
        <p:nvGrpSpPr>
          <p:cNvPr id="249" name="CR:JRWAllosaurus"/>
          <p:cNvGrpSpPr/>
          <p:nvPr/>
        </p:nvGrpSpPr>
        <p:grpSpPr>
          <a:xfrm>
            <a:off x="5669280" y="2907792"/>
            <a:ext cx="621792" cy="704088"/>
            <a:chOff x="5669280" y="2907792"/>
            <a:chExt cx="621792" cy="704088"/>
          </a:xfrm>
        </p:grpSpPr>
        <p:pic>
          <p:nvPicPr>
            <p:cNvPr id="250" name="Picture 249" descr="JRWAllosaurus.112.jpg"/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5705856" y="2907792"/>
              <a:ext cx="548640" cy="548640"/>
            </a:xfrm>
            <a:prstGeom prst="rect">
              <a:avLst/>
            </a:prstGeom>
          </p:spPr>
        </p:pic>
        <p:sp>
          <p:nvSpPr>
            <p:cNvPr id="251" name="Rectangle 250"/>
            <p:cNvSpPr/>
            <p:nvPr/>
          </p:nvSpPr>
          <p:spPr>
            <a:xfrm>
              <a:off x="570585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566928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Allosaurus</a:t>
              </a:r>
            </a:p>
          </p:txBody>
        </p:sp>
      </p:grpSp>
      <p:grpSp>
        <p:nvGrpSpPr>
          <p:cNvPr id="253" name="CR:JRWCarcharodontosaurus"/>
          <p:cNvGrpSpPr/>
          <p:nvPr/>
        </p:nvGrpSpPr>
        <p:grpSpPr>
          <a:xfrm>
            <a:off x="6291072" y="2907792"/>
            <a:ext cx="621792" cy="704088"/>
            <a:chOff x="6291072" y="2907792"/>
            <a:chExt cx="621792" cy="704088"/>
          </a:xfrm>
        </p:grpSpPr>
        <p:pic>
          <p:nvPicPr>
            <p:cNvPr id="254" name="Picture 253" descr="JRWCarcharodontosaurus.112.jpg"/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327648" y="2907792"/>
              <a:ext cx="548640" cy="548640"/>
            </a:xfrm>
            <a:prstGeom prst="rect">
              <a:avLst/>
            </a:prstGeom>
          </p:spPr>
        </p:pic>
        <p:sp>
          <p:nvSpPr>
            <p:cNvPr id="255" name="Rectangle 254"/>
            <p:cNvSpPr/>
            <p:nvPr/>
          </p:nvSpPr>
          <p:spPr>
            <a:xfrm>
              <a:off x="632764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629107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Carcharodontosaurus</a:t>
              </a:r>
            </a:p>
          </p:txBody>
        </p:sp>
      </p:grpSp>
      <p:grpSp>
        <p:nvGrpSpPr>
          <p:cNvPr id="257" name="CR:JRWYangchuanosaurus"/>
          <p:cNvGrpSpPr/>
          <p:nvPr/>
        </p:nvGrpSpPr>
        <p:grpSpPr>
          <a:xfrm>
            <a:off x="6912864" y="2907792"/>
            <a:ext cx="621792" cy="704088"/>
            <a:chOff x="6912864" y="2907792"/>
            <a:chExt cx="621792" cy="704088"/>
          </a:xfrm>
        </p:grpSpPr>
        <p:pic>
          <p:nvPicPr>
            <p:cNvPr id="258" name="Picture 257" descr="JRWYangchuanosaurus.112.jpg"/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6949440" y="2907792"/>
              <a:ext cx="548640" cy="548640"/>
            </a:xfrm>
            <a:prstGeom prst="rect">
              <a:avLst/>
            </a:prstGeom>
          </p:spPr>
        </p:pic>
        <p:sp>
          <p:nvSpPr>
            <p:cNvPr id="259" name="Rectangle 258"/>
            <p:cNvSpPr/>
            <p:nvPr/>
          </p:nvSpPr>
          <p:spPr>
            <a:xfrm>
              <a:off x="694944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691286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Yangchuanosaurus</a:t>
              </a:r>
            </a:p>
          </p:txBody>
        </p:sp>
      </p:grpSp>
      <p:grpSp>
        <p:nvGrpSpPr>
          <p:cNvPr id="261" name="CR:RSW_ElderSando"/>
          <p:cNvGrpSpPr/>
          <p:nvPr/>
        </p:nvGrpSpPr>
        <p:grpSpPr>
          <a:xfrm>
            <a:off x="7534656" y="2907792"/>
            <a:ext cx="621792" cy="704088"/>
            <a:chOff x="7534656" y="2907792"/>
            <a:chExt cx="621792" cy="704088"/>
          </a:xfrm>
        </p:grpSpPr>
        <p:pic>
          <p:nvPicPr>
            <p:cNvPr id="262" name="Picture 261" descr="RSW_ElderSando.112.jpg"/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571232" y="2907792"/>
              <a:ext cx="548640" cy="548640"/>
            </a:xfrm>
            <a:prstGeom prst="rect">
              <a:avLst/>
            </a:prstGeom>
          </p:spPr>
        </p:pic>
        <p:sp>
          <p:nvSpPr>
            <p:cNvPr id="263" name="TextBox 262"/>
            <p:cNvSpPr txBox="1"/>
            <p:nvPr/>
          </p:nvSpPr>
          <p:spPr>
            <a:xfrm>
              <a:off x="753465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elder sando</a:t>
              </a:r>
            </a:p>
          </p:txBody>
        </p:sp>
      </p:grpSp>
      <p:grpSp>
        <p:nvGrpSpPr>
          <p:cNvPr id="264" name="CR:JRWSaltasaurus"/>
          <p:cNvGrpSpPr/>
          <p:nvPr/>
        </p:nvGrpSpPr>
        <p:grpSpPr>
          <a:xfrm>
            <a:off x="8156448" y="2907792"/>
            <a:ext cx="621792" cy="704088"/>
            <a:chOff x="8156448" y="2907792"/>
            <a:chExt cx="621792" cy="704088"/>
          </a:xfrm>
        </p:grpSpPr>
        <p:pic>
          <p:nvPicPr>
            <p:cNvPr id="265" name="Picture 264" descr="JRWSaltasaurus.112.jpg"/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193024" y="2907792"/>
              <a:ext cx="548640" cy="548640"/>
            </a:xfrm>
            <a:prstGeom prst="rect">
              <a:avLst/>
            </a:prstGeom>
          </p:spPr>
        </p:pic>
        <p:sp>
          <p:nvSpPr>
            <p:cNvPr id="266" name="Rectangle 265"/>
            <p:cNvSpPr/>
            <p:nvPr/>
          </p:nvSpPr>
          <p:spPr>
            <a:xfrm>
              <a:off x="819302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815644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Saltasaurus</a:t>
              </a:r>
            </a:p>
          </p:txBody>
        </p:sp>
      </p:grpSp>
      <p:grpSp>
        <p:nvGrpSpPr>
          <p:cNvPr id="268" name="CR:JRWIndominus"/>
          <p:cNvGrpSpPr/>
          <p:nvPr/>
        </p:nvGrpSpPr>
        <p:grpSpPr>
          <a:xfrm>
            <a:off x="8778240" y="2907792"/>
            <a:ext cx="621792" cy="704088"/>
            <a:chOff x="8778240" y="2907792"/>
            <a:chExt cx="621792" cy="704088"/>
          </a:xfrm>
        </p:grpSpPr>
        <p:pic>
          <p:nvPicPr>
            <p:cNvPr id="269" name="Picture 268" descr="JRWIndominus.112.jpg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8814816" y="2907792"/>
              <a:ext cx="548640" cy="548640"/>
            </a:xfrm>
            <a:prstGeom prst="rect">
              <a:avLst/>
            </a:prstGeom>
          </p:spPr>
        </p:pic>
        <p:sp>
          <p:nvSpPr>
            <p:cNvPr id="270" name="Rectangle 269"/>
            <p:cNvSpPr/>
            <p:nvPr/>
          </p:nvSpPr>
          <p:spPr>
            <a:xfrm>
              <a:off x="8814816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8778240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Indominus rex</a:t>
              </a:r>
            </a:p>
          </p:txBody>
        </p:sp>
      </p:grpSp>
      <p:grpSp>
        <p:nvGrpSpPr>
          <p:cNvPr id="272" name="CR:JRWApatosaurus"/>
          <p:cNvGrpSpPr/>
          <p:nvPr/>
        </p:nvGrpSpPr>
        <p:grpSpPr>
          <a:xfrm>
            <a:off x="9400032" y="2907792"/>
            <a:ext cx="621792" cy="704088"/>
            <a:chOff x="9400032" y="2907792"/>
            <a:chExt cx="621792" cy="704088"/>
          </a:xfrm>
        </p:grpSpPr>
        <p:pic>
          <p:nvPicPr>
            <p:cNvPr id="273" name="Picture 272" descr="JRWApatosaurus.112.jpg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9436608" y="2907792"/>
              <a:ext cx="548640" cy="548640"/>
            </a:xfrm>
            <a:prstGeom prst="rect">
              <a:avLst/>
            </a:prstGeom>
          </p:spPr>
        </p:pic>
        <p:sp>
          <p:nvSpPr>
            <p:cNvPr id="274" name="Rectangle 273"/>
            <p:cNvSpPr/>
            <p:nvPr/>
          </p:nvSpPr>
          <p:spPr>
            <a:xfrm>
              <a:off x="9436608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9400032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Apatosaurus</a:t>
              </a:r>
            </a:p>
          </p:txBody>
        </p:sp>
      </p:grpSp>
      <p:grpSp>
        <p:nvGrpSpPr>
          <p:cNvPr id="276" name="CR:JRWArgentinosaurus"/>
          <p:cNvGrpSpPr/>
          <p:nvPr/>
        </p:nvGrpSpPr>
        <p:grpSpPr>
          <a:xfrm>
            <a:off x="10021824" y="2907792"/>
            <a:ext cx="621792" cy="704088"/>
            <a:chOff x="10021824" y="2907792"/>
            <a:chExt cx="621792" cy="704088"/>
          </a:xfrm>
        </p:grpSpPr>
        <p:pic>
          <p:nvPicPr>
            <p:cNvPr id="277" name="Picture 276" descr="JRWArgentinosaurus.112.jpg"/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10058400" y="2907792"/>
              <a:ext cx="548640" cy="548640"/>
            </a:xfrm>
            <a:prstGeom prst="rect">
              <a:avLst/>
            </a:prstGeom>
          </p:spPr>
        </p:pic>
        <p:sp>
          <p:nvSpPr>
            <p:cNvPr id="278" name="Rectangle 277"/>
            <p:cNvSpPr/>
            <p:nvPr/>
          </p:nvSpPr>
          <p:spPr>
            <a:xfrm>
              <a:off x="10058400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10021824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Argentinosaurus</a:t>
              </a:r>
            </a:p>
          </p:txBody>
        </p:sp>
      </p:grpSp>
      <p:grpSp>
        <p:nvGrpSpPr>
          <p:cNvPr id="280" name="CR:JRWCamarasaurus"/>
          <p:cNvGrpSpPr/>
          <p:nvPr/>
        </p:nvGrpSpPr>
        <p:grpSpPr>
          <a:xfrm>
            <a:off x="10643616" y="2907792"/>
            <a:ext cx="621792" cy="704088"/>
            <a:chOff x="10643616" y="2907792"/>
            <a:chExt cx="621792" cy="704088"/>
          </a:xfrm>
        </p:grpSpPr>
        <p:pic>
          <p:nvPicPr>
            <p:cNvPr id="281" name="Picture 280" descr="JRWCamarasaurus.112.jpg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680192" y="2907792"/>
              <a:ext cx="548640" cy="548640"/>
            </a:xfrm>
            <a:prstGeom prst="rect">
              <a:avLst/>
            </a:prstGeom>
          </p:spPr>
        </p:pic>
        <p:sp>
          <p:nvSpPr>
            <p:cNvPr id="282" name="Rectangle 281"/>
            <p:cNvSpPr/>
            <p:nvPr/>
          </p:nvSpPr>
          <p:spPr>
            <a:xfrm>
              <a:off x="10680192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10643616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Camarasaurus</a:t>
              </a:r>
            </a:p>
          </p:txBody>
        </p:sp>
      </p:grpSp>
      <p:grpSp>
        <p:nvGrpSpPr>
          <p:cNvPr id="284" name="CR:JRWGiganotosaurus"/>
          <p:cNvGrpSpPr/>
          <p:nvPr/>
        </p:nvGrpSpPr>
        <p:grpSpPr>
          <a:xfrm>
            <a:off x="11265408" y="2907792"/>
            <a:ext cx="621792" cy="704088"/>
            <a:chOff x="11265408" y="2907792"/>
            <a:chExt cx="621792" cy="704088"/>
          </a:xfrm>
        </p:grpSpPr>
        <p:pic>
          <p:nvPicPr>
            <p:cNvPr id="285" name="Picture 284" descr="JRWGiganotosaurus.112.jpg"/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1301984" y="2907792"/>
              <a:ext cx="548640" cy="548640"/>
            </a:xfrm>
            <a:prstGeom prst="rect">
              <a:avLst/>
            </a:prstGeom>
          </p:spPr>
        </p:pic>
        <p:sp>
          <p:nvSpPr>
            <p:cNvPr id="286" name="Rectangle 285"/>
            <p:cNvSpPr/>
            <p:nvPr/>
          </p:nvSpPr>
          <p:spPr>
            <a:xfrm>
              <a:off x="11301984" y="2907792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11265408" y="345643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Giganotosaurus</a:t>
              </a:r>
            </a:p>
          </p:txBody>
        </p:sp>
      </p:grpSp>
      <p:sp>
        <p:nvSpPr>
          <p:cNvPr id="288" name="BAND:regen"/>
          <p:cNvSpPr/>
          <p:nvPr/>
        </p:nvSpPr>
        <p:spPr>
          <a:xfrm>
            <a:off x="73152" y="3694176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3152" y="3694176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8016" y="369417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91" name="BAND:rescale"/>
          <p:cNvSpPr/>
          <p:nvPr/>
        </p:nvSpPr>
        <p:spPr>
          <a:xfrm>
            <a:off x="73152" y="4663440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3152" y="4663440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28016" y="466344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94" name="BAND:cut"/>
          <p:cNvSpPr/>
          <p:nvPr/>
        </p:nvSpPr>
        <p:spPr>
          <a:xfrm>
            <a:off x="73152" y="5632704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3152" y="5632704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28016" y="563270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No biome (reserve)|7/7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No biome (reserve)   (7/7)</a:t>
            </a:r>
            <a:r>
              <a:rPr sz="1000">
                <a:solidFill>
                  <a:srgbClr val="A89A80"/>
                </a:solidFill>
              </a:rPr>
              <a:t>     7 creatures on this page of 491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 here)</a:t>
            </a:r>
          </a:p>
        </p:txBody>
      </p:sp>
      <p:grpSp>
        <p:nvGrpSpPr>
          <p:cNvPr id="7" name="CR:JRWSupersaurus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JRWSupersaurus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09728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Supersaurus</a:t>
              </a:r>
            </a:p>
          </p:txBody>
        </p:sp>
      </p:grpSp>
      <p:grpSp>
        <p:nvGrpSpPr>
          <p:cNvPr id="11" name="CR:JRWTyrannosaurus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2" name="Picture 11" descr="JRWTyrannosaurus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31520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9C3F52"/>
                  </a:solidFill>
                </a:rPr>
                <a:t>✂ Tyrannosaurus rex</a:t>
              </a:r>
            </a:p>
          </p:txBody>
        </p:sp>
      </p:grpSp>
      <p:grpSp>
        <p:nvGrpSpPr>
          <p:cNvPr id="15" name="CR:BroodLord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6" name="Picture 15" descr="Bulwark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brood lord</a:t>
              </a:r>
            </a:p>
          </p:txBody>
        </p:sp>
      </p:grpSp>
      <p:grpSp>
        <p:nvGrpSpPr>
          <p:cNvPr id="18" name="CR:RSW_Reefback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9" name="Picture 18" descr="RSW_Reefback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reefback</a:t>
              </a:r>
            </a:p>
          </p:txBody>
        </p:sp>
      </p:grpSp>
      <p:grpSp>
        <p:nvGrpSpPr>
          <p:cNvPr id="21" name="CR:JRWSpinosaurus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2" name="Picture 21" descr="JRWSpinosaurus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3" name="Rectangle 22"/>
            <p:cNvSpPr/>
            <p:nvPr/>
          </p:nvSpPr>
          <p:spPr>
            <a:xfrm>
              <a:off x="2596896" y="658368"/>
              <a:ext cx="548640" cy="548640"/>
            </a:xfrm>
            <a:prstGeom prst="rect">
              <a:avLst/>
            </a:prstGeom>
            <a:noFill/>
            <a:ln w="19050">
              <a:solidFill>
                <a:srgbClr val="9C3F5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9C3F52"/>
                  </a:solidFill>
                </a:rPr>
                <a:t>✂ Spinosaurus</a:t>
              </a:r>
            </a:p>
          </p:txBody>
        </p:sp>
      </p:grpSp>
      <p:grpSp>
        <p:nvGrpSpPr>
          <p:cNvPr id="25" name="CR:RSW_Starmaw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6" name="Picture 25" descr="RSW_Starmaw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starmaw</a:t>
              </a:r>
            </a:p>
          </p:txBody>
        </p:sp>
      </p:grpSp>
      <p:grpSp>
        <p:nvGrpSpPr>
          <p:cNvPr id="28" name="CR:RSW_Lanternwhale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9" name="Picture 28" descr="RSW_Lanternwhale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lanternwhale</a:t>
              </a:r>
            </a:p>
          </p:txBody>
        </p:sp>
      </p:grpSp>
      <p:sp>
        <p:nvSpPr>
          <p:cNvPr id="31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3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7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arid shrublan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arid shrubland</a:t>
            </a:r>
            <a:r>
              <a:rPr sz="1000">
                <a:solidFill>
                  <a:srgbClr val="A89A80"/>
                </a:solidFill>
              </a:rPr>
              <a:t>     47 creatures on this page of 47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2432304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(43 here)</a:t>
            </a:r>
          </a:p>
        </p:txBody>
      </p:sp>
      <p:grpSp>
        <p:nvGrpSpPr>
          <p:cNvPr id="7" name="CR:AA_Aeroflee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Aeroflee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aerofleet</a:t>
              </a:r>
            </a:p>
          </p:txBody>
        </p:sp>
      </p:grpSp>
      <p:grpSp>
        <p:nvGrpSpPr>
          <p:cNvPr id="10" name="CR:BMT_ImperialToad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ImperialToa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imperial toad</a:t>
              </a:r>
            </a:p>
          </p:txBody>
        </p:sp>
      </p:grpSp>
      <p:grpSp>
        <p:nvGrpSpPr>
          <p:cNvPr id="13" name="CR:Lothca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Lothca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loth-cat</a:t>
              </a:r>
            </a:p>
          </p:txBody>
        </p:sp>
      </p:grpSp>
      <p:grpSp>
        <p:nvGrpSpPr>
          <p:cNvPr id="16" name="CR:BMT_MossBeetle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MossBeetle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moss beetle</a:t>
              </a:r>
            </a:p>
          </p:txBody>
        </p:sp>
      </p:grpSp>
      <p:grpSp>
        <p:nvGrpSpPr>
          <p:cNvPr id="19" name="CR:BMT_FungalFerret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FungalFerre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fungal ferret</a:t>
              </a:r>
            </a:p>
          </p:txBody>
        </p:sp>
      </p:grpSp>
      <p:grpSp>
        <p:nvGrpSpPr>
          <p:cNvPr id="22" name="CR:Igitz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Igitz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igitz</a:t>
              </a:r>
            </a:p>
          </p:txBody>
        </p:sp>
      </p:grpSp>
      <p:grpSp>
        <p:nvGrpSpPr>
          <p:cNvPr id="25" name="CR:Sketto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Sketto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sketto</a:t>
              </a:r>
            </a:p>
          </p:txBody>
        </p:sp>
      </p:grpSp>
      <p:grpSp>
        <p:nvGrpSpPr>
          <p:cNvPr id="28" name="CR:Gorg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org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gorg</a:t>
              </a:r>
            </a:p>
          </p:txBody>
        </p:sp>
      </p:grpSp>
      <p:grpSp>
        <p:nvGrpSpPr>
          <p:cNvPr id="31" name="CR:FrilledGorg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FrilledGorg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frilled gorg</a:t>
              </a:r>
            </a:p>
          </p:txBody>
        </p:sp>
      </p:grpSp>
      <p:grpSp>
        <p:nvGrpSpPr>
          <p:cNvPr id="34" name="CR:Pufferpig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Pufferpig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Pufferpig</a:t>
              </a:r>
            </a:p>
          </p:txBody>
        </p:sp>
      </p:grpSp>
      <p:grpSp>
        <p:nvGrpSpPr>
          <p:cNvPr id="37" name="CR:BMT_TruffleMol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BMT_TruffleMol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truffle mole</a:t>
              </a:r>
            </a:p>
          </p:txBody>
        </p:sp>
      </p:grpSp>
      <p:grpSp>
        <p:nvGrpSpPr>
          <p:cNvPr id="40" name="CR:DA_Karabal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DA_Karabal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karabal</a:t>
              </a:r>
            </a:p>
          </p:txBody>
        </p:sp>
      </p:grpSp>
      <p:grpSp>
        <p:nvGrpSpPr>
          <p:cNvPr id="43" name="CR:JRWProtovermes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JRWProtovermes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Protovermes</a:t>
              </a:r>
            </a:p>
          </p:txBody>
        </p:sp>
      </p:grpSp>
      <p:grpSp>
        <p:nvGrpSpPr>
          <p:cNvPr id="46" name="CR:LongtailGorg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LongtailGorg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longtail gorg</a:t>
              </a:r>
            </a:p>
          </p:txBody>
        </p:sp>
      </p:grpSp>
      <p:grpSp>
        <p:nvGrpSpPr>
          <p:cNvPr id="49" name="CR:BMT_FungalWeevil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BMT_FungalWeevil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fungal weevil</a:t>
              </a:r>
            </a:p>
          </p:txBody>
        </p:sp>
      </p:grpSp>
      <p:grpSp>
        <p:nvGrpSpPr>
          <p:cNvPr id="52" name="CR:Terrorworm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Terrorworm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terrorworm</a:t>
              </a:r>
            </a:p>
          </p:txBody>
        </p:sp>
      </p:grpSp>
      <p:grpSp>
        <p:nvGrpSpPr>
          <p:cNvPr id="55" name="CR:Urusai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Urusai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urusai</a:t>
              </a:r>
            </a:p>
          </p:txBody>
        </p:sp>
      </p:grpSp>
      <p:grpSp>
        <p:nvGrpSpPr>
          <p:cNvPr id="58" name="CR:Massiff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Massiff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massiff</a:t>
              </a:r>
            </a:p>
          </p:txBody>
        </p:sp>
      </p:grpSp>
      <p:grpSp>
        <p:nvGrpSpPr>
          <p:cNvPr id="61" name="CR:AA_Wildpawn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AA_Wildpawn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wildpawn</a:t>
              </a:r>
            </a:p>
          </p:txBody>
        </p:sp>
      </p:grpSp>
      <p:grpSp>
        <p:nvGrpSpPr>
          <p:cNvPr id="64" name="CR:JRWCaihong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JRWCaihong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Caihong</a:t>
              </a:r>
            </a:p>
          </p:txBody>
        </p:sp>
      </p:grpSp>
      <p:grpSp>
        <p:nvGrpSpPr>
          <p:cNvPr id="67" name="CR:JRWDiplocaulus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JRWDiplocaulus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Diplocaulus</a:t>
              </a:r>
            </a:p>
          </p:txBody>
        </p:sp>
      </p:grpSp>
      <p:grpSp>
        <p:nvGrpSpPr>
          <p:cNvPr id="70" name="CR:JRWMeganeura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JRWMeganeura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Meganeura</a:t>
              </a:r>
            </a:p>
          </p:txBody>
        </p:sp>
      </p:grpSp>
      <p:grpSp>
        <p:nvGrpSpPr>
          <p:cNvPr id="73" name="CR:JRWQantassaurus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JRWQantassaurus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Qantassaurus</a:t>
              </a:r>
            </a:p>
          </p:txBody>
        </p:sp>
      </p:grpSp>
      <p:grpSp>
        <p:nvGrpSpPr>
          <p:cNvPr id="76" name="CR:PaintedSpat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77" name="Picture 76" descr="PaintedSpat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painted spat</a:t>
              </a:r>
            </a:p>
          </p:txBody>
        </p:sp>
      </p:grpSp>
      <p:grpSp>
        <p:nvGrpSpPr>
          <p:cNvPr id="79" name="CR:AA_Barbslinger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80" name="Picture 79" descr="AA_Barbslinger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barbslinger</a:t>
              </a:r>
            </a:p>
          </p:txBody>
        </p:sp>
      </p:grpSp>
      <p:grpSp>
        <p:nvGrpSpPr>
          <p:cNvPr id="82" name="CR:Eopie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83" name="Picture 82" descr="Eopie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eopie</a:t>
              </a:r>
            </a:p>
          </p:txBody>
        </p:sp>
      </p:grpSp>
      <p:grpSp>
        <p:nvGrpSpPr>
          <p:cNvPr id="85" name="CR:DA_Pilgrim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86" name="Picture 85" descr="DA_Pilgrim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TextBox 86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pilgrim</a:t>
              </a:r>
            </a:p>
          </p:txBody>
        </p:sp>
      </p:grpSp>
      <p:grpSp>
        <p:nvGrpSpPr>
          <p:cNvPr id="88" name="CR:AA_SandLion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89" name="Picture 88" descr="AA_SandLion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 lion</a:t>
              </a:r>
            </a:p>
          </p:txBody>
        </p:sp>
      </p:grpSp>
      <p:grpSp>
        <p:nvGrpSpPr>
          <p:cNvPr id="91" name="CR:Orray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92" name="Picture 91" descr="Orray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TextBox 9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orray</a:t>
              </a:r>
            </a:p>
          </p:txBody>
        </p:sp>
      </p:grpSp>
      <p:grpSp>
        <p:nvGrpSpPr>
          <p:cNvPr id="94" name="CR:Dactillion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95" name="Picture 94" descr="Dactillion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dactillion</a:t>
              </a:r>
            </a:p>
          </p:txBody>
        </p:sp>
      </p:grpSp>
      <p:grpSp>
        <p:nvGrpSpPr>
          <p:cNvPr id="97" name="CR:Jamel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98" name="Picture 97" descr="Jamel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99" name="TextBox 98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Jamel</a:t>
              </a:r>
            </a:p>
          </p:txBody>
        </p:sp>
      </p:grpSp>
      <p:grpSp>
        <p:nvGrpSpPr>
          <p:cNvPr id="100" name="CR:Jerbal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01" name="Picture 100" descr="Jerbal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jerbal</a:t>
              </a:r>
            </a:p>
          </p:txBody>
        </p:sp>
      </p:grpSp>
      <p:grpSp>
        <p:nvGrpSpPr>
          <p:cNvPr id="103" name="CR:JRWBagaceratops"/>
          <p:cNvGrpSpPr/>
          <p:nvPr/>
        </p:nvGrpSpPr>
        <p:grpSpPr>
          <a:xfrm>
            <a:off x="8156448" y="1408176"/>
            <a:ext cx="621792" cy="704088"/>
            <a:chOff x="8156448" y="1408176"/>
            <a:chExt cx="621792" cy="704088"/>
          </a:xfrm>
        </p:grpSpPr>
        <p:pic>
          <p:nvPicPr>
            <p:cNvPr id="104" name="Picture 103" descr="JRWBagaceratops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8193024" y="1408176"/>
              <a:ext cx="548640" cy="548640"/>
            </a:xfrm>
            <a:prstGeom prst="rect">
              <a:avLst/>
            </a:prstGeom>
          </p:spPr>
        </p:pic>
        <p:sp>
          <p:nvSpPr>
            <p:cNvPr id="105" name="TextBox 104"/>
            <p:cNvSpPr txBox="1"/>
            <p:nvPr/>
          </p:nvSpPr>
          <p:spPr>
            <a:xfrm>
              <a:off x="815644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Bagaceratops</a:t>
              </a:r>
            </a:p>
          </p:txBody>
        </p:sp>
      </p:grpSp>
      <p:grpSp>
        <p:nvGrpSpPr>
          <p:cNvPr id="106" name="CR:VAEWaste_Megatardi"/>
          <p:cNvGrpSpPr/>
          <p:nvPr/>
        </p:nvGrpSpPr>
        <p:grpSpPr>
          <a:xfrm>
            <a:off x="8778240" y="1408176"/>
            <a:ext cx="621792" cy="704088"/>
            <a:chOff x="8778240" y="1408176"/>
            <a:chExt cx="621792" cy="704088"/>
          </a:xfrm>
        </p:grpSpPr>
        <p:pic>
          <p:nvPicPr>
            <p:cNvPr id="107" name="Picture 106" descr="VAEWaste_Megatardi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8814816" y="1408176"/>
              <a:ext cx="548640" cy="548640"/>
            </a:xfrm>
            <a:prstGeom prst="rect">
              <a:avLst/>
            </a:prstGeom>
          </p:spPr>
        </p:pic>
        <p:sp>
          <p:nvSpPr>
            <p:cNvPr id="108" name="TextBox 107"/>
            <p:cNvSpPr txBox="1"/>
            <p:nvPr/>
          </p:nvSpPr>
          <p:spPr>
            <a:xfrm>
              <a:off x="877824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megatardi</a:t>
              </a:r>
            </a:p>
          </p:txBody>
        </p:sp>
      </p:grpSp>
      <p:grpSp>
        <p:nvGrpSpPr>
          <p:cNvPr id="109" name="CR:IridonianReek"/>
          <p:cNvGrpSpPr/>
          <p:nvPr/>
        </p:nvGrpSpPr>
        <p:grpSpPr>
          <a:xfrm>
            <a:off x="9400032" y="1408176"/>
            <a:ext cx="621792" cy="704088"/>
            <a:chOff x="9400032" y="1408176"/>
            <a:chExt cx="621792" cy="704088"/>
          </a:xfrm>
        </p:grpSpPr>
        <p:pic>
          <p:nvPicPr>
            <p:cNvPr id="110" name="Picture 109" descr="IridonianReek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9436608" y="1408176"/>
              <a:ext cx="548640" cy="548640"/>
            </a:xfrm>
            <a:prstGeom prst="rect">
              <a:avLst/>
            </a:prstGeom>
          </p:spPr>
        </p:pic>
        <p:sp>
          <p:nvSpPr>
            <p:cNvPr id="111" name="TextBox 110"/>
            <p:cNvSpPr txBox="1"/>
            <p:nvPr/>
          </p:nvSpPr>
          <p:spPr>
            <a:xfrm>
              <a:off x="940003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iridonian reek</a:t>
              </a:r>
            </a:p>
          </p:txBody>
        </p:sp>
      </p:grpSp>
      <p:grpSp>
        <p:nvGrpSpPr>
          <p:cNvPr id="112" name="CR:GR_AberrantFleshbeast"/>
          <p:cNvGrpSpPr/>
          <p:nvPr/>
        </p:nvGrpSpPr>
        <p:grpSpPr>
          <a:xfrm>
            <a:off x="10021824" y="1408176"/>
            <a:ext cx="621792" cy="704088"/>
            <a:chOff x="10021824" y="1408176"/>
            <a:chExt cx="621792" cy="704088"/>
          </a:xfrm>
        </p:grpSpPr>
        <p:pic>
          <p:nvPicPr>
            <p:cNvPr id="113" name="Picture 112" descr="GR_AberrantFleshbeast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0058400" y="1408176"/>
              <a:ext cx="548640" cy="548640"/>
            </a:xfrm>
            <a:prstGeom prst="rect">
              <a:avLst/>
            </a:prstGeom>
          </p:spPr>
        </p:pic>
        <p:sp>
          <p:nvSpPr>
            <p:cNvPr id="114" name="TextBox 113"/>
            <p:cNvSpPr txBox="1"/>
            <p:nvPr/>
          </p:nvSpPr>
          <p:spPr>
            <a:xfrm>
              <a:off x="1002182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aberrant fleshbeast</a:t>
              </a:r>
            </a:p>
          </p:txBody>
        </p:sp>
      </p:grpSp>
      <p:grpSp>
        <p:nvGrpSpPr>
          <p:cNvPr id="115" name="CR:MA_Hellboar"/>
          <p:cNvGrpSpPr/>
          <p:nvPr/>
        </p:nvGrpSpPr>
        <p:grpSpPr>
          <a:xfrm>
            <a:off x="10643616" y="1408176"/>
            <a:ext cx="621792" cy="704088"/>
            <a:chOff x="10643616" y="1408176"/>
            <a:chExt cx="621792" cy="704088"/>
          </a:xfrm>
        </p:grpSpPr>
        <p:pic>
          <p:nvPicPr>
            <p:cNvPr id="116" name="Picture 115" descr="MA_Hellboar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0680192" y="1408176"/>
              <a:ext cx="548640" cy="548640"/>
            </a:xfrm>
            <a:prstGeom prst="rect">
              <a:avLst/>
            </a:prstGeom>
          </p:spPr>
        </p:pic>
        <p:sp>
          <p:nvSpPr>
            <p:cNvPr id="117" name="TextBox 116"/>
            <p:cNvSpPr txBox="1"/>
            <p:nvPr/>
          </p:nvSpPr>
          <p:spPr>
            <a:xfrm>
              <a:off x="1064361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Hellboar</a:t>
              </a:r>
            </a:p>
          </p:txBody>
        </p:sp>
      </p:grpSp>
      <p:grpSp>
        <p:nvGrpSpPr>
          <p:cNvPr id="118" name="CR:Mawvorr"/>
          <p:cNvGrpSpPr/>
          <p:nvPr/>
        </p:nvGrpSpPr>
        <p:grpSpPr>
          <a:xfrm>
            <a:off x="11265408" y="1408176"/>
            <a:ext cx="621792" cy="704088"/>
            <a:chOff x="11265408" y="1408176"/>
            <a:chExt cx="621792" cy="704088"/>
          </a:xfrm>
        </p:grpSpPr>
        <p:pic>
          <p:nvPicPr>
            <p:cNvPr id="119" name="Picture 118" descr="Mawvorr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1301984" y="1408176"/>
              <a:ext cx="548640" cy="548640"/>
            </a:xfrm>
            <a:prstGeom prst="rect">
              <a:avLst/>
            </a:prstGeom>
          </p:spPr>
        </p:pic>
        <p:sp>
          <p:nvSpPr>
            <p:cNvPr id="120" name="TextBox 119"/>
            <p:cNvSpPr txBox="1"/>
            <p:nvPr/>
          </p:nvSpPr>
          <p:spPr>
            <a:xfrm>
              <a:off x="1126540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mawvorr</a:t>
              </a:r>
            </a:p>
          </p:txBody>
        </p:sp>
      </p:grpSp>
      <p:grpSp>
        <p:nvGrpSpPr>
          <p:cNvPr id="121" name="CR:Uvak"/>
          <p:cNvGrpSpPr/>
          <p:nvPr/>
        </p:nvGrpSpPr>
        <p:grpSpPr>
          <a:xfrm>
            <a:off x="73152" y="2157984"/>
            <a:ext cx="621792" cy="704088"/>
            <a:chOff x="73152" y="2157984"/>
            <a:chExt cx="621792" cy="704088"/>
          </a:xfrm>
        </p:grpSpPr>
        <p:pic>
          <p:nvPicPr>
            <p:cNvPr id="122" name="Picture 121" descr="Uvak.112.jpg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09728" y="2157984"/>
              <a:ext cx="548640" cy="548640"/>
            </a:xfrm>
            <a:prstGeom prst="rect">
              <a:avLst/>
            </a:prstGeom>
          </p:spPr>
        </p:pic>
        <p:sp>
          <p:nvSpPr>
            <p:cNvPr id="123" name="TextBox 122"/>
            <p:cNvSpPr txBox="1"/>
            <p:nvPr/>
          </p:nvSpPr>
          <p:spPr>
            <a:xfrm>
              <a:off x="73152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uvak</a:t>
              </a:r>
            </a:p>
          </p:txBody>
        </p:sp>
      </p:grpSp>
      <p:grpSp>
        <p:nvGrpSpPr>
          <p:cNvPr id="124" name="CR:GR_Lizardochs"/>
          <p:cNvGrpSpPr/>
          <p:nvPr/>
        </p:nvGrpSpPr>
        <p:grpSpPr>
          <a:xfrm>
            <a:off x="694944" y="2157984"/>
            <a:ext cx="621792" cy="704088"/>
            <a:chOff x="694944" y="2157984"/>
            <a:chExt cx="621792" cy="704088"/>
          </a:xfrm>
        </p:grpSpPr>
        <p:pic>
          <p:nvPicPr>
            <p:cNvPr id="125" name="Picture 124" descr="GR_Lizardochs.112.jpg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731520" y="2157984"/>
              <a:ext cx="548640" cy="548640"/>
            </a:xfrm>
            <a:prstGeom prst="rect">
              <a:avLst/>
            </a:prstGeom>
          </p:spPr>
        </p:pic>
        <p:sp>
          <p:nvSpPr>
            <p:cNvPr id="126" name="TextBox 125"/>
            <p:cNvSpPr txBox="1"/>
            <p:nvPr/>
          </p:nvSpPr>
          <p:spPr>
            <a:xfrm>
              <a:off x="694944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lizardochs</a:t>
              </a:r>
            </a:p>
          </p:txBody>
        </p:sp>
      </p:grpSp>
      <p:grpSp>
        <p:nvGrpSpPr>
          <p:cNvPr id="127" name="CR:Zeer"/>
          <p:cNvGrpSpPr/>
          <p:nvPr/>
        </p:nvGrpSpPr>
        <p:grpSpPr>
          <a:xfrm>
            <a:off x="1316736" y="2157984"/>
            <a:ext cx="621792" cy="704088"/>
            <a:chOff x="1316736" y="2157984"/>
            <a:chExt cx="621792" cy="704088"/>
          </a:xfrm>
        </p:grpSpPr>
        <p:pic>
          <p:nvPicPr>
            <p:cNvPr id="128" name="Picture 127" descr="Zeer.112.jpg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353312" y="2157984"/>
              <a:ext cx="548640" cy="548640"/>
            </a:xfrm>
            <a:prstGeom prst="rect">
              <a:avLst/>
            </a:prstGeom>
          </p:spPr>
        </p:pic>
        <p:sp>
          <p:nvSpPr>
            <p:cNvPr id="129" name="TextBox 128"/>
            <p:cNvSpPr txBox="1"/>
            <p:nvPr/>
          </p:nvSpPr>
          <p:spPr>
            <a:xfrm>
              <a:off x="1316736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zeer</a:t>
              </a:r>
            </a:p>
          </p:txBody>
        </p:sp>
      </p:grpSp>
      <p:grpSp>
        <p:nvGrpSpPr>
          <p:cNvPr id="130" name="CR:MA_Sivatherium"/>
          <p:cNvGrpSpPr/>
          <p:nvPr/>
        </p:nvGrpSpPr>
        <p:grpSpPr>
          <a:xfrm>
            <a:off x="1938528" y="2157984"/>
            <a:ext cx="621792" cy="704088"/>
            <a:chOff x="1938528" y="2157984"/>
            <a:chExt cx="621792" cy="704088"/>
          </a:xfrm>
        </p:grpSpPr>
        <p:pic>
          <p:nvPicPr>
            <p:cNvPr id="131" name="Picture 130" descr="MA_Sivatherium.112.jpg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975104" y="2157984"/>
              <a:ext cx="548640" cy="548640"/>
            </a:xfrm>
            <a:prstGeom prst="rect">
              <a:avLst/>
            </a:prstGeom>
          </p:spPr>
        </p:pic>
        <p:sp>
          <p:nvSpPr>
            <p:cNvPr id="132" name="TextBox 131"/>
            <p:cNvSpPr txBox="1"/>
            <p:nvPr/>
          </p:nvSpPr>
          <p:spPr>
            <a:xfrm>
              <a:off x="1938528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sivatherium</a:t>
              </a:r>
            </a:p>
          </p:txBody>
        </p:sp>
      </p:grpSp>
      <p:grpSp>
        <p:nvGrpSpPr>
          <p:cNvPr id="133" name="CR:JRWBaseopsis"/>
          <p:cNvGrpSpPr/>
          <p:nvPr/>
        </p:nvGrpSpPr>
        <p:grpSpPr>
          <a:xfrm>
            <a:off x="2560320" y="2157984"/>
            <a:ext cx="621792" cy="704088"/>
            <a:chOff x="2560320" y="2157984"/>
            <a:chExt cx="621792" cy="704088"/>
          </a:xfrm>
        </p:grpSpPr>
        <p:pic>
          <p:nvPicPr>
            <p:cNvPr id="134" name="Picture 133" descr="JRWBaseopsis.112.jpg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2596896" y="2157984"/>
              <a:ext cx="548640" cy="548640"/>
            </a:xfrm>
            <a:prstGeom prst="rect">
              <a:avLst/>
            </a:prstGeom>
          </p:spPr>
        </p:pic>
        <p:sp>
          <p:nvSpPr>
            <p:cNvPr id="135" name="TextBox 134"/>
            <p:cNvSpPr txBox="1"/>
            <p:nvPr/>
          </p:nvSpPr>
          <p:spPr>
            <a:xfrm>
              <a:off x="2560320" y="270662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Baseopsis</a:t>
              </a:r>
            </a:p>
          </p:txBody>
        </p:sp>
      </p:grpSp>
      <p:sp>
        <p:nvSpPr>
          <p:cNvPr id="136" name="BAND:regen"/>
          <p:cNvSpPr/>
          <p:nvPr/>
        </p:nvSpPr>
        <p:spPr>
          <a:xfrm>
            <a:off x="73152" y="2944368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3152" y="2944368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8016" y="294436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(4 here)</a:t>
            </a:r>
          </a:p>
        </p:txBody>
      </p:sp>
      <p:grpSp>
        <p:nvGrpSpPr>
          <p:cNvPr id="139" name="CR:Megavole"/>
          <p:cNvGrpSpPr/>
          <p:nvPr/>
        </p:nvGrpSpPr>
        <p:grpSpPr>
          <a:xfrm>
            <a:off x="73152" y="3127248"/>
            <a:ext cx="621792" cy="704088"/>
            <a:chOff x="73152" y="3127248"/>
            <a:chExt cx="621792" cy="704088"/>
          </a:xfrm>
        </p:grpSpPr>
        <p:pic>
          <p:nvPicPr>
            <p:cNvPr id="140" name="Picture 139" descr="Megavole.112.jpg"/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109728" y="3127248"/>
              <a:ext cx="548640" cy="548640"/>
            </a:xfrm>
            <a:prstGeom prst="rect">
              <a:avLst/>
            </a:prstGeom>
          </p:spPr>
        </p:pic>
        <p:sp>
          <p:nvSpPr>
            <p:cNvPr id="141" name="TextBox 140"/>
            <p:cNvSpPr txBox="1"/>
            <p:nvPr/>
          </p:nvSpPr>
          <p:spPr>
            <a:xfrm>
              <a:off x="73152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megavole</a:t>
              </a:r>
            </a:p>
          </p:txBody>
        </p:sp>
      </p:grpSp>
      <p:grpSp>
        <p:nvGrpSpPr>
          <p:cNvPr id="142" name="CR:Mudhorn"/>
          <p:cNvGrpSpPr/>
          <p:nvPr/>
        </p:nvGrpSpPr>
        <p:grpSpPr>
          <a:xfrm>
            <a:off x="694944" y="3127248"/>
            <a:ext cx="621792" cy="704088"/>
            <a:chOff x="694944" y="3127248"/>
            <a:chExt cx="621792" cy="704088"/>
          </a:xfrm>
        </p:grpSpPr>
        <p:pic>
          <p:nvPicPr>
            <p:cNvPr id="143" name="Picture 142" descr="Mudhorn.112.jpg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31520" y="3127248"/>
              <a:ext cx="548640" cy="548640"/>
            </a:xfrm>
            <a:prstGeom prst="rect">
              <a:avLst/>
            </a:prstGeom>
          </p:spPr>
        </p:pic>
        <p:sp>
          <p:nvSpPr>
            <p:cNvPr id="144" name="TextBox 143"/>
            <p:cNvSpPr txBox="1"/>
            <p:nvPr/>
          </p:nvSpPr>
          <p:spPr>
            <a:xfrm>
              <a:off x="694944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mudhorn</a:t>
              </a:r>
            </a:p>
          </p:txBody>
        </p:sp>
      </p:grpSp>
      <p:grpSp>
        <p:nvGrpSpPr>
          <p:cNvPr id="145" name="CR:Ronto"/>
          <p:cNvGrpSpPr/>
          <p:nvPr/>
        </p:nvGrpSpPr>
        <p:grpSpPr>
          <a:xfrm>
            <a:off x="1316736" y="3127248"/>
            <a:ext cx="621792" cy="704088"/>
            <a:chOff x="1316736" y="3127248"/>
            <a:chExt cx="621792" cy="704088"/>
          </a:xfrm>
        </p:grpSpPr>
        <p:pic>
          <p:nvPicPr>
            <p:cNvPr id="146" name="Picture 145" descr="Ronto.112.jpg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1353312" y="3127248"/>
              <a:ext cx="548640" cy="548640"/>
            </a:xfrm>
            <a:prstGeom prst="rect">
              <a:avLst/>
            </a:prstGeom>
          </p:spPr>
        </p:pic>
        <p:sp>
          <p:nvSpPr>
            <p:cNvPr id="147" name="TextBox 146"/>
            <p:cNvSpPr txBox="1"/>
            <p:nvPr/>
          </p:nvSpPr>
          <p:spPr>
            <a:xfrm>
              <a:off x="1316736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ronto</a:t>
              </a:r>
            </a:p>
          </p:txBody>
        </p:sp>
      </p:grpSp>
      <p:grpSp>
        <p:nvGrpSpPr>
          <p:cNvPr id="148" name="CR:Brezak"/>
          <p:cNvGrpSpPr/>
          <p:nvPr/>
        </p:nvGrpSpPr>
        <p:grpSpPr>
          <a:xfrm>
            <a:off x="1938528" y="3127248"/>
            <a:ext cx="621792" cy="704088"/>
            <a:chOff x="1938528" y="3127248"/>
            <a:chExt cx="621792" cy="704088"/>
          </a:xfrm>
        </p:grpSpPr>
        <p:pic>
          <p:nvPicPr>
            <p:cNvPr id="149" name="Picture 148" descr="Brezak.112.jpg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1975104" y="3127248"/>
              <a:ext cx="548640" cy="548640"/>
            </a:xfrm>
            <a:prstGeom prst="rect">
              <a:avLst/>
            </a:prstGeom>
          </p:spPr>
        </p:pic>
        <p:sp>
          <p:nvSpPr>
            <p:cNvPr id="150" name="TextBox 149"/>
            <p:cNvSpPr txBox="1"/>
            <p:nvPr/>
          </p:nvSpPr>
          <p:spPr>
            <a:xfrm>
              <a:off x="1938528" y="367588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brezak</a:t>
              </a:r>
            </a:p>
          </p:txBody>
        </p:sp>
      </p:grpSp>
      <p:sp>
        <p:nvSpPr>
          <p:cNvPr id="151" name="BAND:rescale"/>
          <p:cNvSpPr/>
          <p:nvPr/>
        </p:nvSpPr>
        <p:spPr>
          <a:xfrm>
            <a:off x="73152" y="3913632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3152" y="3913632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28016" y="391363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54" name="BAND:cut"/>
          <p:cNvSpPr/>
          <p:nvPr/>
        </p:nvSpPr>
        <p:spPr>
          <a:xfrm>
            <a:off x="73152" y="4882896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3152" y="4882896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8016" y="488289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ropical rain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tropical rainforest</a:t>
            </a:r>
            <a:r>
              <a:rPr sz="1000">
                <a:solidFill>
                  <a:srgbClr val="A89A80"/>
                </a:solidFill>
              </a:rPr>
              <a:t>     39 creatures on this page of 39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(32 here)</a:t>
            </a:r>
          </a:p>
        </p:txBody>
      </p:sp>
      <p:grpSp>
        <p:nvGrpSpPr>
          <p:cNvPr id="7" name="CR:KowakianMonkeyLizard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KowakianMonkeyLizard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kowakian monkey-lizard</a:t>
              </a:r>
            </a:p>
          </p:txBody>
        </p:sp>
      </p:grpSp>
      <p:grpSp>
        <p:nvGrpSpPr>
          <p:cNvPr id="10" name="CR:Tach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Tach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tach</a:t>
              </a:r>
            </a:p>
          </p:txBody>
        </p:sp>
      </p:grpSp>
      <p:grpSp>
        <p:nvGrpSpPr>
          <p:cNvPr id="13" name="CR:Woolamander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Woolamander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woolamander</a:t>
              </a:r>
            </a:p>
          </p:txBody>
        </p:sp>
      </p:grpSp>
      <p:grpSp>
        <p:nvGrpSpPr>
          <p:cNvPr id="16" name="CR:Borcatu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orcatu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Borcatu</a:t>
              </a:r>
            </a:p>
          </p:txBody>
        </p:sp>
      </p:grpSp>
      <p:grpSp>
        <p:nvGrpSpPr>
          <p:cNvPr id="19" name="CR:Iriaz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Iriaz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iriaz</a:t>
              </a:r>
            </a:p>
          </p:txBody>
        </p:sp>
      </p:grpSp>
      <p:grpSp>
        <p:nvGrpSpPr>
          <p:cNvPr id="22" name="CR:Monkey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Monkey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monkey</a:t>
              </a:r>
            </a:p>
          </p:txBody>
        </p:sp>
      </p:grpSp>
      <p:grpSp>
        <p:nvGrpSpPr>
          <p:cNvPr id="25" name="CR:Stintaril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Stintaril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stintaril</a:t>
              </a:r>
            </a:p>
          </p:txBody>
        </p:sp>
      </p:grpSp>
      <p:grpSp>
        <p:nvGrpSpPr>
          <p:cNvPr id="28" name="CR:CanCell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CanCell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can-cell</a:t>
              </a:r>
            </a:p>
          </p:txBody>
        </p:sp>
      </p:grpSp>
      <p:grpSp>
        <p:nvGrpSpPr>
          <p:cNvPr id="31" name="CR:Whisperbird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Whisperbird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whisperbird</a:t>
              </a:r>
            </a:p>
          </p:txBody>
        </p:sp>
      </p:grpSp>
      <p:grpSp>
        <p:nvGrpSpPr>
          <p:cNvPr id="34" name="CR:Cannok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Cannok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cannok</a:t>
              </a:r>
            </a:p>
          </p:txBody>
        </p:sp>
      </p:grpSp>
      <p:grpSp>
        <p:nvGrpSpPr>
          <p:cNvPr id="37" name="CR:Insectomorph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Insectomorph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insectomorph</a:t>
              </a:r>
            </a:p>
          </p:txBody>
        </p:sp>
      </p:grpSp>
      <p:grpSp>
        <p:nvGrpSpPr>
          <p:cNvPr id="40" name="CR:Panthe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Panthe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panther</a:t>
              </a:r>
            </a:p>
          </p:txBody>
        </p:sp>
      </p:grpSp>
      <p:grpSp>
        <p:nvGrpSpPr>
          <p:cNvPr id="43" name="CR:Kinrath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Kinrath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kinrath</a:t>
              </a:r>
            </a:p>
          </p:txBody>
        </p:sp>
      </p:grpSp>
      <p:grpSp>
        <p:nvGrpSpPr>
          <p:cNvPr id="46" name="CR:Giantala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Giantala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giantala</a:t>
              </a:r>
            </a:p>
          </p:txBody>
        </p:sp>
      </p:grpSp>
      <p:grpSp>
        <p:nvGrpSpPr>
          <p:cNvPr id="49" name="CR:Acklay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Acklay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acklay</a:t>
              </a:r>
            </a:p>
          </p:txBody>
        </p:sp>
      </p:grpSp>
      <p:grpSp>
        <p:nvGrpSpPr>
          <p:cNvPr id="52" name="CR:JRWBernicia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JRWBernicia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Bernicia</a:t>
              </a:r>
            </a:p>
          </p:txBody>
        </p:sp>
      </p:grpSp>
      <p:grpSp>
        <p:nvGrpSpPr>
          <p:cNvPr id="55" name="CR:Gutkurr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Gutkurr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gutkurr</a:t>
              </a:r>
            </a:p>
          </p:txBody>
        </p:sp>
      </p:grpSp>
      <p:grpSp>
        <p:nvGrpSpPr>
          <p:cNvPr id="58" name="CR:MastiffPhalone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MastiffPhalone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mastiff phalone</a:t>
              </a:r>
            </a:p>
          </p:txBody>
        </p:sp>
      </p:grpSp>
      <p:grpSp>
        <p:nvGrpSpPr>
          <p:cNvPr id="61" name="CR:Vornskyr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Vornskyr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vornskyr</a:t>
              </a:r>
            </a:p>
          </p:txBody>
        </p:sp>
      </p:grpSp>
      <p:grpSp>
        <p:nvGrpSpPr>
          <p:cNvPr id="64" name="CR:Devourers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Devourer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devourer</a:t>
              </a:r>
            </a:p>
          </p:txBody>
        </p:sp>
      </p:grpSp>
      <p:grpSp>
        <p:nvGrpSpPr>
          <p:cNvPr id="67" name="CR:Kwi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Kwi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Kwi</a:t>
              </a:r>
            </a:p>
          </p:txBody>
        </p:sp>
      </p:grpSp>
      <p:grpSp>
        <p:nvGrpSpPr>
          <p:cNvPr id="70" name="CR:Wyyyschokk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Wyyyschokk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wyyyschokk</a:t>
              </a:r>
            </a:p>
          </p:txBody>
        </p:sp>
      </p:grpSp>
      <p:grpSp>
        <p:nvGrpSpPr>
          <p:cNvPr id="73" name="CR:Arthropleura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Arthropleura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arthropleura</a:t>
              </a:r>
            </a:p>
          </p:txBody>
        </p:sp>
      </p:grpSp>
      <p:grpSp>
        <p:nvGrpSpPr>
          <p:cNvPr id="76" name="CR:Titanis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77" name="Picture 76" descr="Titanis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titanis</a:t>
              </a:r>
            </a:p>
          </p:txBody>
        </p:sp>
      </p:grpSp>
      <p:grpSp>
        <p:nvGrpSpPr>
          <p:cNvPr id="79" name="CR:IthorianReek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80" name="Picture 79" descr="IthorianReek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ithorian reek</a:t>
              </a:r>
            </a:p>
          </p:txBody>
        </p:sp>
      </p:grpSp>
      <p:grpSp>
        <p:nvGrpSpPr>
          <p:cNvPr id="82" name="CR:Vapaad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83" name="Picture 82" descr="Vapaad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vapaad</a:t>
              </a:r>
            </a:p>
          </p:txBody>
        </p:sp>
      </p:grpSp>
      <p:grpSp>
        <p:nvGrpSpPr>
          <p:cNvPr id="85" name="CR:JRWManipulator"/>
          <p:cNvGrpSpPr/>
          <p:nvPr/>
        </p:nvGrpSpPr>
        <p:grpSpPr>
          <a:xfrm>
            <a:off x="4425696" y="1408176"/>
            <a:ext cx="621792" cy="704088"/>
            <a:chOff x="4425696" y="1408176"/>
            <a:chExt cx="621792" cy="704088"/>
          </a:xfrm>
        </p:grpSpPr>
        <p:pic>
          <p:nvPicPr>
            <p:cNvPr id="86" name="Picture 85" descr="JRWManipulator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462272" y="1408176"/>
              <a:ext cx="548640" cy="548640"/>
            </a:xfrm>
            <a:prstGeom prst="rect">
              <a:avLst/>
            </a:prstGeom>
          </p:spPr>
        </p:pic>
        <p:sp>
          <p:nvSpPr>
            <p:cNvPr id="87" name="TextBox 86"/>
            <p:cNvSpPr txBox="1"/>
            <p:nvPr/>
          </p:nvSpPr>
          <p:spPr>
            <a:xfrm>
              <a:off x="442569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Manipulator</a:t>
              </a:r>
            </a:p>
          </p:txBody>
        </p:sp>
      </p:grpSp>
      <p:grpSp>
        <p:nvGrpSpPr>
          <p:cNvPr id="88" name="CR:Gelagrub"/>
          <p:cNvGrpSpPr/>
          <p:nvPr/>
        </p:nvGrpSpPr>
        <p:grpSpPr>
          <a:xfrm>
            <a:off x="5047488" y="1408176"/>
            <a:ext cx="621792" cy="704088"/>
            <a:chOff x="5047488" y="1408176"/>
            <a:chExt cx="621792" cy="704088"/>
          </a:xfrm>
        </p:grpSpPr>
        <p:pic>
          <p:nvPicPr>
            <p:cNvPr id="89" name="Picture 88" descr="Gelagrub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084064" y="1408176"/>
              <a:ext cx="548640" cy="548640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504748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gelagrub</a:t>
              </a:r>
            </a:p>
          </p:txBody>
        </p:sp>
      </p:grpSp>
      <p:grpSp>
        <p:nvGrpSpPr>
          <p:cNvPr id="91" name="CR:Varactyl"/>
          <p:cNvGrpSpPr/>
          <p:nvPr/>
        </p:nvGrpSpPr>
        <p:grpSpPr>
          <a:xfrm>
            <a:off x="5669280" y="1408176"/>
            <a:ext cx="621792" cy="704088"/>
            <a:chOff x="5669280" y="1408176"/>
            <a:chExt cx="621792" cy="704088"/>
          </a:xfrm>
        </p:grpSpPr>
        <p:pic>
          <p:nvPicPr>
            <p:cNvPr id="92" name="Picture 91" descr="Varactyl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705856" y="1408176"/>
              <a:ext cx="548640" cy="548640"/>
            </a:xfrm>
            <a:prstGeom prst="rect">
              <a:avLst/>
            </a:prstGeom>
          </p:spPr>
        </p:pic>
        <p:sp>
          <p:nvSpPr>
            <p:cNvPr id="93" name="TextBox 92"/>
            <p:cNvSpPr txBox="1"/>
            <p:nvPr/>
          </p:nvSpPr>
          <p:spPr>
            <a:xfrm>
              <a:off x="566928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varactyl</a:t>
              </a:r>
            </a:p>
          </p:txBody>
        </p:sp>
      </p:grpSp>
      <p:grpSp>
        <p:nvGrpSpPr>
          <p:cNvPr id="94" name="CR:Corinathoth"/>
          <p:cNvGrpSpPr/>
          <p:nvPr/>
        </p:nvGrpSpPr>
        <p:grpSpPr>
          <a:xfrm>
            <a:off x="6291072" y="1408176"/>
            <a:ext cx="621792" cy="704088"/>
            <a:chOff x="6291072" y="1408176"/>
            <a:chExt cx="621792" cy="704088"/>
          </a:xfrm>
        </p:grpSpPr>
        <p:pic>
          <p:nvPicPr>
            <p:cNvPr id="95" name="Picture 94" descr="Corinathoth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327648" y="1408176"/>
              <a:ext cx="548640" cy="548640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629107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corinathoth</a:t>
              </a:r>
            </a:p>
          </p:txBody>
        </p:sp>
      </p:grpSp>
      <p:grpSp>
        <p:nvGrpSpPr>
          <p:cNvPr id="97" name="CR:Katarn"/>
          <p:cNvGrpSpPr/>
          <p:nvPr/>
        </p:nvGrpSpPr>
        <p:grpSpPr>
          <a:xfrm>
            <a:off x="6912864" y="1408176"/>
            <a:ext cx="621792" cy="704088"/>
            <a:chOff x="6912864" y="1408176"/>
            <a:chExt cx="621792" cy="704088"/>
          </a:xfrm>
        </p:grpSpPr>
        <p:pic>
          <p:nvPicPr>
            <p:cNvPr id="98" name="Picture 97" descr="Katarn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6949440" y="1408176"/>
              <a:ext cx="548640" cy="548640"/>
            </a:xfrm>
            <a:prstGeom prst="rect">
              <a:avLst/>
            </a:prstGeom>
          </p:spPr>
        </p:pic>
        <p:sp>
          <p:nvSpPr>
            <p:cNvPr id="99" name="TextBox 98"/>
            <p:cNvSpPr txBox="1"/>
            <p:nvPr/>
          </p:nvSpPr>
          <p:spPr>
            <a:xfrm>
              <a:off x="691286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katarn</a:t>
              </a:r>
            </a:p>
          </p:txBody>
        </p:sp>
      </p:grpSp>
      <p:grpSp>
        <p:nvGrpSpPr>
          <p:cNvPr id="100" name="CR:HarvesterBeetle"/>
          <p:cNvGrpSpPr/>
          <p:nvPr/>
        </p:nvGrpSpPr>
        <p:grpSpPr>
          <a:xfrm>
            <a:off x="7534656" y="1408176"/>
            <a:ext cx="621792" cy="704088"/>
            <a:chOff x="7534656" y="1408176"/>
            <a:chExt cx="621792" cy="704088"/>
          </a:xfrm>
        </p:grpSpPr>
        <p:pic>
          <p:nvPicPr>
            <p:cNvPr id="101" name="Picture 100" descr="HarvesterBeetle.112.jpg"/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571232" y="1408176"/>
              <a:ext cx="548640" cy="548640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753465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harvester beetle</a:t>
              </a:r>
            </a:p>
          </p:txBody>
        </p:sp>
      </p:grpSp>
      <p:sp>
        <p:nvSpPr>
          <p:cNvPr id="103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(6 here)</a:t>
            </a:r>
          </a:p>
        </p:txBody>
      </p:sp>
      <p:grpSp>
        <p:nvGrpSpPr>
          <p:cNvPr id="106" name="CR:Zarander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107" name="Picture 106" descr="Zarander.112.jpg"/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108" name="TextBox 107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zarander</a:t>
              </a:r>
            </a:p>
          </p:txBody>
        </p:sp>
      </p:grpSp>
      <p:grpSp>
        <p:nvGrpSpPr>
          <p:cNvPr id="109" name="CR:Yippa"/>
          <p:cNvGrpSpPr/>
          <p:nvPr/>
        </p:nvGrpSpPr>
        <p:grpSpPr>
          <a:xfrm>
            <a:off x="694944" y="2377440"/>
            <a:ext cx="621792" cy="704088"/>
            <a:chOff x="694944" y="2377440"/>
            <a:chExt cx="621792" cy="704088"/>
          </a:xfrm>
        </p:grpSpPr>
        <p:pic>
          <p:nvPicPr>
            <p:cNvPr id="110" name="Picture 109" descr="Yippa.112.jpg"/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731520" y="2377440"/>
              <a:ext cx="548640" cy="548640"/>
            </a:xfrm>
            <a:prstGeom prst="rect">
              <a:avLst/>
            </a:prstGeom>
          </p:spPr>
        </p:pic>
        <p:sp>
          <p:nvSpPr>
            <p:cNvPr id="111" name="TextBox 110"/>
            <p:cNvSpPr txBox="1"/>
            <p:nvPr/>
          </p:nvSpPr>
          <p:spPr>
            <a:xfrm>
              <a:off x="694944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yippa</a:t>
              </a:r>
            </a:p>
          </p:txBody>
        </p:sp>
      </p:grpSp>
      <p:grpSp>
        <p:nvGrpSpPr>
          <p:cNvPr id="112" name="CR:Rhinoceros"/>
          <p:cNvGrpSpPr/>
          <p:nvPr/>
        </p:nvGrpSpPr>
        <p:grpSpPr>
          <a:xfrm>
            <a:off x="1316736" y="2377440"/>
            <a:ext cx="621792" cy="704088"/>
            <a:chOff x="1316736" y="2377440"/>
            <a:chExt cx="621792" cy="704088"/>
          </a:xfrm>
        </p:grpSpPr>
        <p:pic>
          <p:nvPicPr>
            <p:cNvPr id="113" name="Picture 112" descr="Rhinoceros.112.jpg"/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1353312" y="2377440"/>
              <a:ext cx="548640" cy="548640"/>
            </a:xfrm>
            <a:prstGeom prst="rect">
              <a:avLst/>
            </a:prstGeom>
          </p:spPr>
        </p:pic>
        <p:sp>
          <p:nvSpPr>
            <p:cNvPr id="114" name="TextBox 113"/>
            <p:cNvSpPr txBox="1"/>
            <p:nvPr/>
          </p:nvSpPr>
          <p:spPr>
            <a:xfrm>
              <a:off x="1316736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rhinoceros</a:t>
              </a:r>
            </a:p>
          </p:txBody>
        </p:sp>
      </p:grpSp>
      <p:grpSp>
        <p:nvGrpSpPr>
          <p:cNvPr id="115" name="CR:Elephant"/>
          <p:cNvGrpSpPr/>
          <p:nvPr/>
        </p:nvGrpSpPr>
        <p:grpSpPr>
          <a:xfrm>
            <a:off x="1938528" y="2377440"/>
            <a:ext cx="621792" cy="704088"/>
            <a:chOff x="1938528" y="2377440"/>
            <a:chExt cx="621792" cy="704088"/>
          </a:xfrm>
        </p:grpSpPr>
        <p:pic>
          <p:nvPicPr>
            <p:cNvPr id="116" name="Picture 115" descr="Elephant.112.jpg"/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975104" y="2377440"/>
              <a:ext cx="548640" cy="548640"/>
            </a:xfrm>
            <a:prstGeom prst="rect">
              <a:avLst/>
            </a:prstGeom>
          </p:spPr>
        </p:pic>
        <p:sp>
          <p:nvSpPr>
            <p:cNvPr id="117" name="TextBox 116"/>
            <p:cNvSpPr txBox="1"/>
            <p:nvPr/>
          </p:nvSpPr>
          <p:spPr>
            <a:xfrm>
              <a:off x="1938528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elephant</a:t>
              </a:r>
            </a:p>
          </p:txBody>
        </p:sp>
      </p:grpSp>
      <p:grpSp>
        <p:nvGrpSpPr>
          <p:cNvPr id="118" name="CR:JRWArthropleura"/>
          <p:cNvGrpSpPr/>
          <p:nvPr/>
        </p:nvGrpSpPr>
        <p:grpSpPr>
          <a:xfrm>
            <a:off x="2560320" y="2377440"/>
            <a:ext cx="621792" cy="704088"/>
            <a:chOff x="2560320" y="2377440"/>
            <a:chExt cx="621792" cy="704088"/>
          </a:xfrm>
        </p:grpSpPr>
        <p:pic>
          <p:nvPicPr>
            <p:cNvPr id="119" name="Picture 118" descr="Arthropleura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596896" y="2377440"/>
              <a:ext cx="548640" cy="548640"/>
            </a:xfrm>
            <a:prstGeom prst="rect">
              <a:avLst/>
            </a:prstGeom>
          </p:spPr>
        </p:pic>
        <p:sp>
          <p:nvSpPr>
            <p:cNvPr id="120" name="TextBox 119"/>
            <p:cNvSpPr txBox="1"/>
            <p:nvPr/>
          </p:nvSpPr>
          <p:spPr>
            <a:xfrm>
              <a:off x="2560320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Arthropleura</a:t>
              </a:r>
            </a:p>
          </p:txBody>
        </p:sp>
      </p:grpSp>
      <p:grpSp>
        <p:nvGrpSpPr>
          <p:cNvPr id="121" name="CR:Torton"/>
          <p:cNvGrpSpPr/>
          <p:nvPr/>
        </p:nvGrpSpPr>
        <p:grpSpPr>
          <a:xfrm>
            <a:off x="3182112" y="2377440"/>
            <a:ext cx="621792" cy="704088"/>
            <a:chOff x="3182112" y="2377440"/>
            <a:chExt cx="621792" cy="704088"/>
          </a:xfrm>
        </p:grpSpPr>
        <p:pic>
          <p:nvPicPr>
            <p:cNvPr id="122" name="Picture 121" descr="Torton.112.jpg"/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218688" y="2377440"/>
              <a:ext cx="548640" cy="548640"/>
            </a:xfrm>
            <a:prstGeom prst="rect">
              <a:avLst/>
            </a:prstGeom>
          </p:spPr>
        </p:pic>
        <p:sp>
          <p:nvSpPr>
            <p:cNvPr id="123" name="TextBox 122"/>
            <p:cNvSpPr txBox="1"/>
            <p:nvPr/>
          </p:nvSpPr>
          <p:spPr>
            <a:xfrm>
              <a:off x="318211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torton</a:t>
              </a:r>
            </a:p>
          </p:txBody>
        </p:sp>
      </p:grpSp>
      <p:sp>
        <p:nvSpPr>
          <p:cNvPr id="124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127" name="CR:Zakkeg"/>
          <p:cNvGrpSpPr/>
          <p:nvPr/>
        </p:nvGrpSpPr>
        <p:grpSpPr>
          <a:xfrm>
            <a:off x="73152" y="3346704"/>
            <a:ext cx="621792" cy="704088"/>
            <a:chOff x="73152" y="3346704"/>
            <a:chExt cx="621792" cy="704088"/>
          </a:xfrm>
        </p:grpSpPr>
        <p:pic>
          <p:nvPicPr>
            <p:cNvPr id="128" name="Picture 127" descr="Zakkeg.112.jpg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09728" y="3346704"/>
              <a:ext cx="548640" cy="548640"/>
            </a:xfrm>
            <a:prstGeom prst="rect">
              <a:avLst/>
            </a:prstGeom>
          </p:spPr>
        </p:pic>
        <p:sp>
          <p:nvSpPr>
            <p:cNvPr id="129" name="TextBox 128"/>
            <p:cNvSpPr txBox="1"/>
            <p:nvPr/>
          </p:nvSpPr>
          <p:spPr>
            <a:xfrm>
              <a:off x="73152" y="389534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zakkeg</a:t>
              </a:r>
            </a:p>
          </p:txBody>
        </p:sp>
      </p:grpSp>
      <p:sp>
        <p:nvSpPr>
          <p:cNvPr id="130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boreal 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boreal forest</a:t>
            </a:r>
            <a:r>
              <a:rPr sz="1000">
                <a:solidFill>
                  <a:srgbClr val="A89A80"/>
                </a:solidFill>
              </a:rPr>
              <a:t>     31 creatures on this page of 31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(26 here)</a:t>
            </a:r>
          </a:p>
        </p:txBody>
      </p:sp>
      <p:grpSp>
        <p:nvGrpSpPr>
          <p:cNvPr id="7" name="CR:TYR_Lemmin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TYR_Lemmin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lemming</a:t>
              </a:r>
            </a:p>
          </p:txBody>
        </p:sp>
      </p:grpSp>
      <p:grpSp>
        <p:nvGrpSpPr>
          <p:cNvPr id="10" name="CR:Voorpak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Voorpak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voorpak</a:t>
              </a:r>
            </a:p>
          </p:txBody>
        </p:sp>
      </p:grpSp>
      <p:grpSp>
        <p:nvGrpSpPr>
          <p:cNvPr id="13" name="CR:AA_DrainerLarva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AA_DrainerLarva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drainer larva</a:t>
              </a:r>
            </a:p>
          </p:txBody>
        </p:sp>
      </p:grpSp>
      <p:grpSp>
        <p:nvGrpSpPr>
          <p:cNvPr id="16" name="CR:Turkey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Turkey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turkey</a:t>
              </a:r>
            </a:p>
          </p:txBody>
        </p:sp>
      </p:grpSp>
      <p:grpSp>
        <p:nvGrpSpPr>
          <p:cNvPr id="19" name="CR:Raccoon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Raccoon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raccoon</a:t>
              </a:r>
            </a:p>
          </p:txBody>
        </p:sp>
      </p:grpSp>
      <p:grpSp>
        <p:nvGrpSpPr>
          <p:cNvPr id="22" name="CR:Wolverin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Wolverin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wolverine</a:t>
              </a:r>
            </a:p>
          </p:txBody>
        </p:sp>
      </p:grpSp>
      <p:grpSp>
        <p:nvGrpSpPr>
          <p:cNvPr id="25" name="CR:DA_DwarvenMuffton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DA_DwarvenMuffton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dwarven muffton</a:t>
              </a:r>
            </a:p>
          </p:txBody>
        </p:sp>
      </p:grpSp>
      <p:grpSp>
        <p:nvGrpSpPr>
          <p:cNvPr id="28" name="CR:Bordok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Bordok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bordok</a:t>
              </a:r>
            </a:p>
          </p:txBody>
        </p:sp>
      </p:grpSp>
      <p:grpSp>
        <p:nvGrpSpPr>
          <p:cNvPr id="31" name="CR:DA_BeardedTroll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DA_BeardedTroll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bearded troll</a:t>
              </a:r>
            </a:p>
          </p:txBody>
        </p:sp>
      </p:grpSp>
      <p:grpSp>
        <p:nvGrpSpPr>
          <p:cNvPr id="34" name="CR:Maalraas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Maalraas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maalraas</a:t>
              </a:r>
            </a:p>
          </p:txBody>
        </p:sp>
      </p:grpSp>
      <p:grpSp>
        <p:nvGrpSpPr>
          <p:cNvPr id="37" name="CR:Rabbuck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Rabbuck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rabbuck</a:t>
              </a:r>
            </a:p>
          </p:txBody>
        </p:sp>
      </p:grpSp>
      <p:grpSp>
        <p:nvGrpSpPr>
          <p:cNvPr id="40" name="CR:AA_Groundrunne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AA_Groundrunne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groundrunner</a:t>
              </a:r>
            </a:p>
          </p:txBody>
        </p:sp>
      </p:grpSp>
      <p:grpSp>
        <p:nvGrpSpPr>
          <p:cNvPr id="43" name="CR:Bear_Grizzly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Bear_Grizzly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grizzly bear</a:t>
              </a:r>
            </a:p>
          </p:txBody>
        </p:sp>
      </p:grpSp>
      <p:grpSp>
        <p:nvGrpSpPr>
          <p:cNvPr id="46" name="CR:FeralGrazer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FeralGrazer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feral grazer</a:t>
              </a:r>
            </a:p>
          </p:txBody>
        </p:sp>
      </p:grpSp>
      <p:grpSp>
        <p:nvGrpSpPr>
          <p:cNvPr id="49" name="CR:AA_Gigantelop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AA_Gigantelop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gigantelope</a:t>
              </a:r>
            </a:p>
          </p:txBody>
        </p:sp>
      </p:grpSp>
      <p:grpSp>
        <p:nvGrpSpPr>
          <p:cNvPr id="52" name="CR:TeeMuss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TeeMuss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tee muss</a:t>
              </a:r>
            </a:p>
          </p:txBody>
        </p:sp>
      </p:grpSp>
      <p:grpSp>
        <p:nvGrpSpPr>
          <p:cNvPr id="55" name="CR:Gualaar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Gualaar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gualaar</a:t>
              </a:r>
            </a:p>
          </p:txBody>
        </p:sp>
      </p:grpSp>
      <p:grpSp>
        <p:nvGrpSpPr>
          <p:cNvPr id="58" name="CR:Raxshir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Raxshir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raxshir</a:t>
              </a:r>
            </a:p>
          </p:txBody>
        </p:sp>
      </p:grpSp>
      <p:grpSp>
        <p:nvGrpSpPr>
          <p:cNvPr id="61" name="CR:JRWNyctosaurus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JRWNyctosaurus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Nyctosaurus</a:t>
              </a:r>
            </a:p>
          </p:txBody>
        </p:sp>
      </p:grpSp>
      <p:grpSp>
        <p:nvGrpSpPr>
          <p:cNvPr id="64" name="CR:Megaloceros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Megalocero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megaloceros</a:t>
              </a:r>
            </a:p>
          </p:txBody>
        </p:sp>
      </p:grpSp>
      <p:grpSp>
        <p:nvGrpSpPr>
          <p:cNvPr id="67" name="CR:AA_Wildpod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AA_Wildpod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wildpod</a:t>
              </a:r>
            </a:p>
          </p:txBody>
        </p:sp>
      </p:grpSp>
      <p:grpSp>
        <p:nvGrpSpPr>
          <p:cNvPr id="70" name="CR:Jakobeast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Jakobeast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jakobeast</a:t>
              </a:r>
            </a:p>
          </p:txBody>
        </p:sp>
      </p:grpSp>
      <p:grpSp>
        <p:nvGrpSpPr>
          <p:cNvPr id="73" name="CR:AA_TetraSlug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AA_TetraSlug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tetra slug</a:t>
              </a:r>
            </a:p>
          </p:txBody>
        </p:sp>
      </p:grpSp>
      <p:grpSp>
        <p:nvGrpSpPr>
          <p:cNvPr id="76" name="CR:MA_Worhin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77" name="Picture 76" descr="MA_Worhin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worhin</a:t>
              </a:r>
            </a:p>
          </p:txBody>
        </p:sp>
      </p:grpSp>
      <p:grpSp>
        <p:nvGrpSpPr>
          <p:cNvPr id="79" name="CR:JRWQuetzalcoatlus"/>
          <p:cNvGrpSpPr/>
          <p:nvPr/>
        </p:nvGrpSpPr>
        <p:grpSpPr>
          <a:xfrm>
            <a:off x="3182112" y="1408176"/>
            <a:ext cx="621792" cy="704088"/>
            <a:chOff x="3182112" y="1408176"/>
            <a:chExt cx="621792" cy="704088"/>
          </a:xfrm>
        </p:grpSpPr>
        <p:pic>
          <p:nvPicPr>
            <p:cNvPr id="80" name="Picture 79" descr="JRWQuetzalcoatlus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3218688" y="1408176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318211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Quetzalcoatlus</a:t>
              </a:r>
            </a:p>
          </p:txBody>
        </p:sp>
      </p:grpSp>
      <p:grpSp>
        <p:nvGrpSpPr>
          <p:cNvPr id="82" name="CR:Behemoth"/>
          <p:cNvGrpSpPr/>
          <p:nvPr/>
        </p:nvGrpSpPr>
        <p:grpSpPr>
          <a:xfrm>
            <a:off x="3803904" y="1408176"/>
            <a:ext cx="621792" cy="704088"/>
            <a:chOff x="3803904" y="1408176"/>
            <a:chExt cx="621792" cy="704088"/>
          </a:xfrm>
        </p:grpSpPr>
        <p:pic>
          <p:nvPicPr>
            <p:cNvPr id="83" name="Picture 82" descr="Behemoth.112.jp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3840480" y="1408176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380390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behemoth</a:t>
              </a:r>
            </a:p>
          </p:txBody>
        </p:sp>
      </p:grpSp>
      <p:sp>
        <p:nvSpPr>
          <p:cNvPr id="85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(4 here)</a:t>
            </a:r>
          </a:p>
        </p:txBody>
      </p:sp>
      <p:grpSp>
        <p:nvGrpSpPr>
          <p:cNvPr id="88" name="CR:Gigantelope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89" name="Picture 88" descr="Gigantelope.112.jp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90" name="TextBox 89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gigantelope</a:t>
              </a:r>
            </a:p>
          </p:txBody>
        </p:sp>
      </p:grpSp>
      <p:grpSp>
        <p:nvGrpSpPr>
          <p:cNvPr id="91" name="CR:Mastmot"/>
          <p:cNvGrpSpPr/>
          <p:nvPr/>
        </p:nvGrpSpPr>
        <p:grpSpPr>
          <a:xfrm>
            <a:off x="694944" y="2377440"/>
            <a:ext cx="621792" cy="704088"/>
            <a:chOff x="694944" y="2377440"/>
            <a:chExt cx="621792" cy="704088"/>
          </a:xfrm>
        </p:grpSpPr>
        <p:pic>
          <p:nvPicPr>
            <p:cNvPr id="92" name="Picture 91" descr="Mastmot.112.jp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31520" y="2377440"/>
              <a:ext cx="548640" cy="548640"/>
            </a:xfrm>
            <a:prstGeom prst="rect">
              <a:avLst/>
            </a:prstGeom>
          </p:spPr>
        </p:pic>
        <p:sp>
          <p:nvSpPr>
            <p:cNvPr id="93" name="TextBox 92"/>
            <p:cNvSpPr txBox="1"/>
            <p:nvPr/>
          </p:nvSpPr>
          <p:spPr>
            <a:xfrm>
              <a:off x="694944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mastmot</a:t>
              </a:r>
            </a:p>
          </p:txBody>
        </p:sp>
      </p:grpSp>
      <p:grpSp>
        <p:nvGrpSpPr>
          <p:cNvPr id="94" name="CR:Warbird"/>
          <p:cNvGrpSpPr/>
          <p:nvPr/>
        </p:nvGrpSpPr>
        <p:grpSpPr>
          <a:xfrm>
            <a:off x="1316736" y="2377440"/>
            <a:ext cx="621792" cy="704088"/>
            <a:chOff x="1316736" y="2377440"/>
            <a:chExt cx="621792" cy="704088"/>
          </a:xfrm>
        </p:grpSpPr>
        <p:pic>
          <p:nvPicPr>
            <p:cNvPr id="95" name="Picture 94" descr="Warbird.112.jp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353312" y="2377440"/>
              <a:ext cx="548640" cy="548640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1316736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Warbird</a:t>
              </a:r>
            </a:p>
          </p:txBody>
        </p:sp>
      </p:grpSp>
      <p:grpSp>
        <p:nvGrpSpPr>
          <p:cNvPr id="97" name="CR:Zygolophodon"/>
          <p:cNvGrpSpPr/>
          <p:nvPr/>
        </p:nvGrpSpPr>
        <p:grpSpPr>
          <a:xfrm>
            <a:off x="1938528" y="2377440"/>
            <a:ext cx="621792" cy="704088"/>
            <a:chOff x="1938528" y="2377440"/>
            <a:chExt cx="621792" cy="704088"/>
          </a:xfrm>
        </p:grpSpPr>
        <p:pic>
          <p:nvPicPr>
            <p:cNvPr id="98" name="Picture 97" descr="Zygolophodon.112.jp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975104" y="2377440"/>
              <a:ext cx="548640" cy="548640"/>
            </a:xfrm>
            <a:prstGeom prst="rect">
              <a:avLst/>
            </a:prstGeom>
          </p:spPr>
        </p:pic>
        <p:sp>
          <p:nvSpPr>
            <p:cNvPr id="99" name="TextBox 98"/>
            <p:cNvSpPr txBox="1"/>
            <p:nvPr/>
          </p:nvSpPr>
          <p:spPr>
            <a:xfrm>
              <a:off x="1938528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zygolophodon</a:t>
              </a:r>
            </a:p>
          </p:txBody>
        </p:sp>
      </p:grpSp>
      <p:sp>
        <p:nvSpPr>
          <p:cNvPr id="100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103" name="CR:Horax"/>
          <p:cNvGrpSpPr/>
          <p:nvPr/>
        </p:nvGrpSpPr>
        <p:grpSpPr>
          <a:xfrm>
            <a:off x="73152" y="3346704"/>
            <a:ext cx="621792" cy="704088"/>
            <a:chOff x="73152" y="3346704"/>
            <a:chExt cx="621792" cy="704088"/>
          </a:xfrm>
        </p:grpSpPr>
        <p:pic>
          <p:nvPicPr>
            <p:cNvPr id="104" name="Picture 103" descr="Horax.112.jp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09728" y="3346704"/>
              <a:ext cx="548640" cy="548640"/>
            </a:xfrm>
            <a:prstGeom prst="rect">
              <a:avLst/>
            </a:prstGeom>
          </p:spPr>
        </p:pic>
        <p:sp>
          <p:nvSpPr>
            <p:cNvPr id="105" name="TextBox 104"/>
            <p:cNvSpPr txBox="1"/>
            <p:nvPr/>
          </p:nvSpPr>
          <p:spPr>
            <a:xfrm>
              <a:off x="73152" y="389534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horax</a:t>
              </a:r>
            </a:p>
          </p:txBody>
        </p:sp>
      </p:grpSp>
      <p:sp>
        <p:nvSpPr>
          <p:cNvPr id="106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deser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desert</a:t>
            </a:r>
            <a:r>
              <a:rPr sz="1000">
                <a:solidFill>
                  <a:srgbClr val="A89A80"/>
                </a:solidFill>
              </a:rPr>
              <a:t>     25 creatures on this page of 25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(23 here)</a:t>
            </a:r>
          </a:p>
        </p:txBody>
      </p:sp>
      <p:grpSp>
        <p:nvGrpSpPr>
          <p:cNvPr id="7" name="CR:GR_Chickenlop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R_Chickenlop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chickenlope</a:t>
              </a:r>
            </a:p>
          </p:txBody>
        </p:sp>
      </p:grpSp>
      <p:grpSp>
        <p:nvGrpSpPr>
          <p:cNvPr id="10" name="CR:BMT_Jellypot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Jellypot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jellypot</a:t>
              </a:r>
            </a:p>
          </p:txBody>
        </p:sp>
      </p:grpSp>
      <p:grpSp>
        <p:nvGrpSpPr>
          <p:cNvPr id="13" name="CR:Bogwing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ogwing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bogwing</a:t>
              </a:r>
            </a:p>
          </p:txBody>
        </p:sp>
      </p:grpSp>
      <p:grpSp>
        <p:nvGrpSpPr>
          <p:cNvPr id="16" name="CR:GR_Squirralope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GR_Squirralope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squirralope</a:t>
              </a:r>
            </a:p>
          </p:txBody>
        </p:sp>
      </p:grpSp>
      <p:grpSp>
        <p:nvGrpSpPr>
          <p:cNvPr id="19" name="CR:GR_Needlechicken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GR_Needlechicken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needlechicken</a:t>
              </a:r>
            </a:p>
          </p:txBody>
        </p:sp>
      </p:grpSp>
      <p:grpSp>
        <p:nvGrpSpPr>
          <p:cNvPr id="22" name="CR:BMT_Stoneback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Stoneback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stoneback</a:t>
              </a:r>
            </a:p>
          </p:txBody>
        </p:sp>
      </p:grpSp>
      <p:grpSp>
        <p:nvGrpSpPr>
          <p:cNvPr id="25" name="CR:BMT_CactusCrab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CactusCrab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cactus crab</a:t>
              </a:r>
            </a:p>
          </p:txBody>
        </p:sp>
      </p:grpSp>
      <p:grpSp>
        <p:nvGrpSpPr>
          <p:cNvPr id="28" name="CR:Meganeur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Meganeur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meganeura</a:t>
              </a:r>
            </a:p>
          </p:txBody>
        </p:sp>
      </p:grpSp>
      <p:grpSp>
        <p:nvGrpSpPr>
          <p:cNvPr id="31" name="CR:DA_BlackScribe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DA_BlackScribe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black scribe</a:t>
              </a:r>
            </a:p>
          </p:txBody>
        </p:sp>
      </p:grpSp>
      <p:grpSp>
        <p:nvGrpSpPr>
          <p:cNvPr id="34" name="CR:AA_BumbledroneQueen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AA_BumbledroneQueen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bumbledrone queen</a:t>
              </a:r>
            </a:p>
          </p:txBody>
        </p:sp>
      </p:grpSp>
      <p:grpSp>
        <p:nvGrpSpPr>
          <p:cNvPr id="37" name="CR:VQEA_Splicetoot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VQEA_Splicetoot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splicetoot</a:t>
              </a:r>
            </a:p>
          </p:txBody>
        </p:sp>
      </p:grpSp>
      <p:grpSp>
        <p:nvGrpSpPr>
          <p:cNvPr id="40" name="CR:GR_Boombeetle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GR_Boombeetle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boombeetle</a:t>
              </a:r>
            </a:p>
          </p:txBody>
        </p:sp>
      </p:grpSp>
      <p:grpSp>
        <p:nvGrpSpPr>
          <p:cNvPr id="43" name="CR:Toxalope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Toxalop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toxalope</a:t>
              </a:r>
            </a:p>
          </p:txBody>
        </p:sp>
      </p:grpSp>
      <p:grpSp>
        <p:nvGrpSpPr>
          <p:cNvPr id="46" name="CR:GR_Boomsquirrel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GR_Boomsquirrel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boomsquirrel</a:t>
              </a:r>
            </a:p>
          </p:txBody>
        </p:sp>
      </p:grpSp>
      <p:grpSp>
        <p:nvGrpSpPr>
          <p:cNvPr id="49" name="CR:GR_Boomsnak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GR_Boomsnak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boomsnake</a:t>
              </a:r>
            </a:p>
          </p:txBody>
        </p:sp>
      </p:grpSp>
      <p:grpSp>
        <p:nvGrpSpPr>
          <p:cNvPr id="52" name="CR:GR_ParagonBoomalope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GR_ParagonBoomalope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boomalope paragon</a:t>
              </a:r>
            </a:p>
          </p:txBody>
        </p:sp>
      </p:grpSp>
      <p:grpSp>
        <p:nvGrpSpPr>
          <p:cNvPr id="55" name="CR:Dinornis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Dinornis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dinornis</a:t>
              </a:r>
            </a:p>
          </p:txBody>
        </p:sp>
      </p:grpSp>
      <p:grpSp>
        <p:nvGrpSpPr>
          <p:cNvPr id="58" name="CR:GR_Manwolf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GR_Manwolf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manwolf</a:t>
              </a:r>
            </a:p>
          </p:txBody>
        </p:sp>
      </p:grpSp>
      <p:grpSp>
        <p:nvGrpSpPr>
          <p:cNvPr id="61" name="CR:GR_Boomffalo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GR_Boomffalo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boomffalo</a:t>
              </a:r>
            </a:p>
          </p:txBody>
        </p:sp>
      </p:grpSp>
      <p:grpSp>
        <p:nvGrpSpPr>
          <p:cNvPr id="64" name="CR:GR_Boomabear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GR_Boomabear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boomabear</a:t>
              </a:r>
            </a:p>
          </p:txBody>
        </p:sp>
      </p:grpSp>
      <p:grpSp>
        <p:nvGrpSpPr>
          <p:cNvPr id="67" name="CR:Wraid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Wraid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wraid</a:t>
              </a:r>
            </a:p>
          </p:txBody>
        </p:sp>
      </p:grpSp>
      <p:grpSp>
        <p:nvGrpSpPr>
          <p:cNvPr id="70" name="CR:GR_FleshGrowth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GR_FleshGrowth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flesh growth</a:t>
              </a:r>
            </a:p>
          </p:txBody>
        </p:sp>
      </p:grpSp>
      <p:grpSp>
        <p:nvGrpSpPr>
          <p:cNvPr id="73" name="CR:GR_Catalope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GR_Catalope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catalope</a:t>
              </a:r>
            </a:p>
          </p:txBody>
        </p:sp>
      </p:grpSp>
      <p:sp>
        <p:nvSpPr>
          <p:cNvPr id="76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(2 here)</a:t>
            </a:r>
          </a:p>
        </p:txBody>
      </p:sp>
      <p:grpSp>
        <p:nvGrpSpPr>
          <p:cNvPr id="79" name="CR:Toraton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80" name="Picture 79" descr="Toraton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toraton</a:t>
              </a:r>
            </a:p>
          </p:txBody>
        </p:sp>
      </p:grpSp>
      <p:grpSp>
        <p:nvGrpSpPr>
          <p:cNvPr id="82" name="CR:AA_MatureFleshbeast"/>
          <p:cNvGrpSpPr/>
          <p:nvPr/>
        </p:nvGrpSpPr>
        <p:grpSpPr>
          <a:xfrm>
            <a:off x="694944" y="2377440"/>
            <a:ext cx="621792" cy="704088"/>
            <a:chOff x="694944" y="2377440"/>
            <a:chExt cx="621792" cy="704088"/>
          </a:xfrm>
        </p:grpSpPr>
        <p:pic>
          <p:nvPicPr>
            <p:cNvPr id="83" name="Picture 82" descr="AA_MatureFleshbeast.112.jp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31520" y="2377440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694944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mature fleshbeast</a:t>
              </a:r>
            </a:p>
          </p:txBody>
        </p:sp>
      </p:grpSp>
      <p:sp>
        <p:nvSpPr>
          <p:cNvPr id="85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88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ice shee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ice sheet</a:t>
            </a:r>
            <a:r>
              <a:rPr sz="1000">
                <a:solidFill>
                  <a:srgbClr val="A89A80"/>
                </a:solidFill>
              </a:rPr>
              <a:t>     25 creatures on this page of 25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(23 here)</a:t>
            </a:r>
          </a:p>
        </p:txBody>
      </p:sp>
      <p:grpSp>
        <p:nvGrpSpPr>
          <p:cNvPr id="7" name="CR:Neebray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Neebray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neebray</a:t>
              </a:r>
            </a:p>
          </p:txBody>
        </p:sp>
      </p:grpSp>
      <p:grpSp>
        <p:nvGrpSpPr>
          <p:cNvPr id="10" name="CR:GraniteSlug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aniteSlug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granite slug</a:t>
              </a:r>
            </a:p>
          </p:txBody>
        </p:sp>
      </p:grpSp>
      <p:grpSp>
        <p:nvGrpSpPr>
          <p:cNvPr id="13" name="CR:Leaftail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Leaftail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leaf-tail</a:t>
              </a:r>
            </a:p>
          </p:txBody>
        </p:sp>
      </p:grpSp>
      <p:grpSp>
        <p:nvGrpSpPr>
          <p:cNvPr id="16" name="CR:WasteRat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WasteRat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waste rat</a:t>
              </a:r>
            </a:p>
          </p:txBody>
        </p:sp>
      </p:grpSp>
      <p:grpSp>
        <p:nvGrpSpPr>
          <p:cNvPr id="19" name="CR:BMT_ColonyPustuleHornet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ColonyPustuleHorne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pustule hornet</a:t>
              </a:r>
            </a:p>
          </p:txBody>
        </p:sp>
      </p:grpSp>
      <p:grpSp>
        <p:nvGrpSpPr>
          <p:cNvPr id="22" name="CR:Mynock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Mynock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mynock</a:t>
              </a:r>
            </a:p>
          </p:txBody>
        </p:sp>
      </p:grpSp>
      <p:grpSp>
        <p:nvGrpSpPr>
          <p:cNvPr id="25" name="CR:BMT_Megaroach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Megaroach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megaroach</a:t>
              </a:r>
            </a:p>
          </p:txBody>
        </p:sp>
      </p:grpSp>
      <p:grpSp>
        <p:nvGrpSpPr>
          <p:cNvPr id="28" name="CR:BMT_FamineLocust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BMT_FamineLocust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famine locust</a:t>
              </a:r>
            </a:p>
          </p:txBody>
        </p:sp>
      </p:grpSp>
      <p:grpSp>
        <p:nvGrpSpPr>
          <p:cNvPr id="31" name="CR:BMT_PustuleHornet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BMT_ColonyPustuleHorne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pustule hornet</a:t>
              </a:r>
            </a:p>
          </p:txBody>
        </p:sp>
      </p:grpSp>
      <p:grpSp>
        <p:nvGrpSpPr>
          <p:cNvPr id="34" name="CR:BMT_PustuleHornetSpawned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BMT_ColonyPustuleHorne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pustule hornet</a:t>
              </a:r>
            </a:p>
          </p:txBody>
        </p:sp>
      </p:grpSp>
      <p:grpSp>
        <p:nvGrpSpPr>
          <p:cNvPr id="37" name="CR:BMT_Swarmcaller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BMT_Swarmcaller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swarmcaller</a:t>
              </a:r>
            </a:p>
          </p:txBody>
        </p:sp>
      </p:grpSp>
      <p:grpSp>
        <p:nvGrpSpPr>
          <p:cNvPr id="40" name="CR:AA_Frostmite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AA_Frostmite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frostmite</a:t>
              </a:r>
            </a:p>
          </p:txBody>
        </p:sp>
      </p:grpSp>
      <p:grpSp>
        <p:nvGrpSpPr>
          <p:cNvPr id="43" name="CR:VQE_IceCrawler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VQE_IceCrawler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ice crawler</a:t>
              </a:r>
            </a:p>
          </p:txBody>
        </p:sp>
      </p:grpSp>
      <p:grpSp>
        <p:nvGrpSpPr>
          <p:cNvPr id="46" name="CR:BMT_Snowstalker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BMT_Snowstalke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snowstalker</a:t>
              </a:r>
            </a:p>
          </p:txBody>
        </p:sp>
      </p:grpSp>
      <p:grpSp>
        <p:nvGrpSpPr>
          <p:cNvPr id="49" name="CR:BMT_ColonyPustuleHornetQueen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BMT_ColonyPustuleHornetQueen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pustule queen</a:t>
              </a:r>
            </a:p>
          </p:txBody>
        </p:sp>
      </p:grpSp>
      <p:grpSp>
        <p:nvGrpSpPr>
          <p:cNvPr id="52" name="CR:Krykna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Krykna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krykna</a:t>
              </a:r>
            </a:p>
          </p:txBody>
        </p:sp>
      </p:grpSp>
      <p:grpSp>
        <p:nvGrpSpPr>
          <p:cNvPr id="55" name="CR:BMT_PustuleHornetQueen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BMT_ColonyPustuleHornetQueen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pustule queen</a:t>
              </a:r>
            </a:p>
          </p:txBody>
        </p:sp>
      </p:grpSp>
      <p:grpSp>
        <p:nvGrpSpPr>
          <p:cNvPr id="58" name="CR:VQE_Megamidge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VQE_Megamidg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megamidge</a:t>
              </a:r>
            </a:p>
          </p:txBody>
        </p:sp>
      </p:grpSp>
      <p:grpSp>
        <p:nvGrpSpPr>
          <p:cNvPr id="61" name="CR:AA_Frostling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AA_Frostling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frostling</a:t>
              </a:r>
            </a:p>
          </p:txBody>
        </p:sp>
      </p:grpSp>
      <p:grpSp>
        <p:nvGrpSpPr>
          <p:cNvPr id="64" name="CR:AA_ArcticLion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AA_ArcticLion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arctic lion</a:t>
              </a:r>
            </a:p>
          </p:txBody>
        </p:sp>
      </p:grpSp>
      <p:grpSp>
        <p:nvGrpSpPr>
          <p:cNvPr id="67" name="CR:AA_Blizzarisk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AA_Blizzarisk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blizzarisk</a:t>
              </a:r>
            </a:p>
          </p:txBody>
        </p:sp>
      </p:grpSp>
      <p:grpSp>
        <p:nvGrpSpPr>
          <p:cNvPr id="70" name="CR:BMT_FrostweaverSpider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BMT_FrostweaverSpider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frostweaver</a:t>
              </a:r>
            </a:p>
          </p:txBody>
        </p:sp>
      </p:grpSp>
      <p:grpSp>
        <p:nvGrpSpPr>
          <p:cNvPr id="73" name="CR:Ling_Cockroach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Ling_Cockroach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 Cockroach</a:t>
              </a:r>
            </a:p>
          </p:txBody>
        </p:sp>
      </p:grpSp>
      <p:sp>
        <p:nvSpPr>
          <p:cNvPr id="76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(2 here)</a:t>
            </a:r>
          </a:p>
        </p:txBody>
      </p:sp>
      <p:grpSp>
        <p:nvGrpSpPr>
          <p:cNvPr id="79" name="CR:AM_UnshackledDryad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80" name="Picture 79" descr="Dryad_Basic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unshackled dryad</a:t>
              </a:r>
            </a:p>
          </p:txBody>
        </p:sp>
      </p:grpSp>
      <p:grpSp>
        <p:nvGrpSpPr>
          <p:cNvPr id="82" name="CR:BMT_Thrumbungus"/>
          <p:cNvGrpSpPr/>
          <p:nvPr/>
        </p:nvGrpSpPr>
        <p:grpSpPr>
          <a:xfrm>
            <a:off x="694944" y="2377440"/>
            <a:ext cx="621792" cy="704088"/>
            <a:chOff x="694944" y="2377440"/>
            <a:chExt cx="621792" cy="704088"/>
          </a:xfrm>
        </p:grpSpPr>
        <p:pic>
          <p:nvPicPr>
            <p:cNvPr id="83" name="Picture 82" descr="BMT_Thrumbungus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731520" y="2377440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694944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thrumbungus</a:t>
              </a:r>
            </a:p>
          </p:txBody>
        </p:sp>
      </p:grpSp>
      <p:sp>
        <p:nvSpPr>
          <p:cNvPr id="85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88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badland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badlands</a:t>
            </a:r>
            <a:r>
              <a:rPr sz="1000">
                <a:solidFill>
                  <a:srgbClr val="A89A80"/>
                </a:solidFill>
              </a:rPr>
              <a:t>     24 creatures on this page of 24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(24 here)</a:t>
            </a:r>
          </a:p>
        </p:txBody>
      </p:sp>
      <p:grpSp>
        <p:nvGrpSpPr>
          <p:cNvPr id="7" name="CR:DZY_RNGChicken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DZY_RNGChicken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chaos chicken</a:t>
              </a:r>
            </a:p>
          </p:txBody>
        </p:sp>
      </p:grpSp>
      <p:grpSp>
        <p:nvGrpSpPr>
          <p:cNvPr id="10" name="CR:BMT_MutagenicNorphe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MutagenicNorphe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mutagenic norphea</a:t>
              </a:r>
            </a:p>
          </p:txBody>
        </p:sp>
      </p:grpSp>
      <p:grpSp>
        <p:nvGrpSpPr>
          <p:cNvPr id="13" name="CR:FancyRa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FancyRa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fancy rat</a:t>
              </a:r>
            </a:p>
          </p:txBody>
        </p:sp>
      </p:grpSp>
      <p:grpSp>
        <p:nvGrpSpPr>
          <p:cNvPr id="16" name="CR:AA_FissionMouseThird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FissionMouseThird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00" b="0">
                  <a:solidFill>
                    <a:srgbClr val="2B2418"/>
                  </a:solidFill>
                </a:rPr>
                <a:t>fission mouse, third generation</a:t>
              </a:r>
            </a:p>
          </p:txBody>
        </p:sp>
      </p:grpSp>
      <p:grpSp>
        <p:nvGrpSpPr>
          <p:cNvPr id="19" name="CR:AA_LuciferBug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LuciferBug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luciferbug</a:t>
              </a:r>
            </a:p>
          </p:txBody>
        </p:sp>
      </p:grpSp>
      <p:grpSp>
        <p:nvGrpSpPr>
          <p:cNvPr id="22" name="CR:BMT_SandLeaper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SandLeaper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 leaper</a:t>
              </a:r>
            </a:p>
          </p:txBody>
        </p:sp>
      </p:grpSp>
      <p:grpSp>
        <p:nvGrpSpPr>
          <p:cNvPr id="25" name="CR:AA_FissionMouseSecond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A_FissionMouseThird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00" b="0">
                  <a:solidFill>
                    <a:srgbClr val="2B2418"/>
                  </a:solidFill>
                </a:rPr>
                <a:t>fission mouse, second generation</a:t>
              </a:r>
            </a:p>
          </p:txBody>
        </p:sp>
      </p:grpSp>
      <p:grpSp>
        <p:nvGrpSpPr>
          <p:cNvPr id="28" name="CR:Gornt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ornt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gornt</a:t>
              </a:r>
            </a:p>
          </p:txBody>
        </p:sp>
      </p:grpSp>
      <p:grpSp>
        <p:nvGrpSpPr>
          <p:cNvPr id="31" name="CR:AA_Bumbledrone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Bumbledrone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bumbledrone</a:t>
              </a:r>
            </a:p>
          </p:txBody>
        </p:sp>
      </p:grpSp>
      <p:grpSp>
        <p:nvGrpSpPr>
          <p:cNvPr id="34" name="CR:AA_BumbledroneHierophant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AA_BumbledroneHierophant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bumbledrone hierophant</a:t>
              </a:r>
            </a:p>
          </p:txBody>
        </p:sp>
      </p:grpSp>
      <p:grpSp>
        <p:nvGrpSpPr>
          <p:cNvPr id="37" name="CR:GR_Bearmol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GR_Bearmole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bearmole</a:t>
              </a:r>
            </a:p>
          </p:txBody>
        </p:sp>
      </p:grpSp>
      <p:grpSp>
        <p:nvGrpSpPr>
          <p:cNvPr id="40" name="CR:GR_Chickenhorse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GR_Chickenhors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chickenhorse</a:t>
              </a:r>
            </a:p>
          </p:txBody>
        </p:sp>
      </p:grpSp>
      <p:grpSp>
        <p:nvGrpSpPr>
          <p:cNvPr id="43" name="CR:AA_Agaripawn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AA_Agaripawn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agaripawn</a:t>
              </a:r>
            </a:p>
          </p:txBody>
        </p:sp>
      </p:grpSp>
      <p:grpSp>
        <p:nvGrpSpPr>
          <p:cNvPr id="46" name="CR:GR_Mancat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GR_Mancat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mancat</a:t>
              </a:r>
            </a:p>
          </p:txBody>
        </p:sp>
      </p:grpSp>
      <p:grpSp>
        <p:nvGrpSpPr>
          <p:cNvPr id="49" name="CR:VQEA_Spliceling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VQEA_Spliceling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spliceling</a:t>
              </a:r>
            </a:p>
          </p:txBody>
        </p:sp>
      </p:grpSp>
      <p:grpSp>
        <p:nvGrpSpPr>
          <p:cNvPr id="52" name="CR:GR_Hurseman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GR_Hurseman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hurseman</a:t>
              </a:r>
            </a:p>
          </p:txBody>
        </p:sp>
      </p:grpSp>
      <p:grpSp>
        <p:nvGrpSpPr>
          <p:cNvPr id="55" name="CR:Warg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Warg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warg</a:t>
              </a:r>
            </a:p>
          </p:txBody>
        </p:sp>
      </p:grpSp>
      <p:grpSp>
        <p:nvGrpSpPr>
          <p:cNvPr id="58" name="CR:AA_PedigreedRaptor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AA_PedigreedRaptor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pedigreed raptor</a:t>
              </a:r>
            </a:p>
          </p:txBody>
        </p:sp>
      </p:grpSp>
      <p:grpSp>
        <p:nvGrpSpPr>
          <p:cNvPr id="61" name="CR:BMT_BovineBeetle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BMT_BovineBeetle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bovine beetle</a:t>
              </a:r>
            </a:p>
          </p:txBody>
        </p:sp>
      </p:grpSp>
      <p:grpSp>
        <p:nvGrpSpPr>
          <p:cNvPr id="64" name="CR:VQEA_Splicefiend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VQEA_Splicefiend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splicefiend</a:t>
              </a:r>
            </a:p>
          </p:txBody>
        </p:sp>
      </p:grpSp>
      <p:grpSp>
        <p:nvGrpSpPr>
          <p:cNvPr id="67" name="CR:GR_Manffalo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GR_Manffalo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manffalo</a:t>
              </a:r>
            </a:p>
          </p:txBody>
        </p:sp>
      </p:grpSp>
      <p:grpSp>
        <p:nvGrpSpPr>
          <p:cNvPr id="70" name="CR:BMT_ChemSnail"/>
          <p:cNvGrpSpPr/>
          <p:nvPr/>
        </p:nvGrpSpPr>
        <p:grpSpPr>
          <a:xfrm>
            <a:off x="1316736" y="1408176"/>
            <a:ext cx="621792" cy="704088"/>
            <a:chOff x="1316736" y="1408176"/>
            <a:chExt cx="621792" cy="704088"/>
          </a:xfrm>
        </p:grpSpPr>
        <p:pic>
          <p:nvPicPr>
            <p:cNvPr id="71" name="Picture 70" descr="BMT_ChemSnail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353312" y="1408176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1316736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chem snail</a:t>
              </a:r>
            </a:p>
          </p:txBody>
        </p:sp>
      </p:grpSp>
      <p:grpSp>
        <p:nvGrpSpPr>
          <p:cNvPr id="73" name="CR:GR_Groundffalo"/>
          <p:cNvGrpSpPr/>
          <p:nvPr/>
        </p:nvGrpSpPr>
        <p:grpSpPr>
          <a:xfrm>
            <a:off x="1938528" y="1408176"/>
            <a:ext cx="621792" cy="704088"/>
            <a:chOff x="1938528" y="1408176"/>
            <a:chExt cx="621792" cy="704088"/>
          </a:xfrm>
        </p:grpSpPr>
        <p:pic>
          <p:nvPicPr>
            <p:cNvPr id="74" name="Picture 73" descr="GR_Groundffalo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975104" y="140817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1938528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groundffalo</a:t>
              </a:r>
            </a:p>
          </p:txBody>
        </p:sp>
      </p:grpSp>
      <p:grpSp>
        <p:nvGrpSpPr>
          <p:cNvPr id="76" name="CR:JRWEuoplocephalus"/>
          <p:cNvGrpSpPr/>
          <p:nvPr/>
        </p:nvGrpSpPr>
        <p:grpSpPr>
          <a:xfrm>
            <a:off x="2560320" y="1408176"/>
            <a:ext cx="621792" cy="704088"/>
            <a:chOff x="2560320" y="1408176"/>
            <a:chExt cx="621792" cy="704088"/>
          </a:xfrm>
        </p:grpSpPr>
        <p:pic>
          <p:nvPicPr>
            <p:cNvPr id="77" name="Picture 76" descr="JRWEuoplocephalus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596896" y="1408176"/>
              <a:ext cx="548640" cy="548640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2560320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Euoplocephalus</a:t>
              </a:r>
            </a:p>
          </p:txBody>
        </p:sp>
      </p:grpSp>
      <p:sp>
        <p:nvSpPr>
          <p:cNvPr id="79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82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85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sea ice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sea ice</a:t>
            </a:r>
            <a:r>
              <a:rPr sz="1000">
                <a:solidFill>
                  <a:srgbClr val="A89A80"/>
                </a:solidFill>
              </a:rPr>
              <a:t>     24 creatures on this page of 24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(20 here)</a:t>
            </a:r>
          </a:p>
        </p:txBody>
      </p:sp>
      <p:grpSp>
        <p:nvGrpSpPr>
          <p:cNvPr id="7" name="CR:Por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Por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porg</a:t>
              </a:r>
            </a:p>
          </p:txBody>
        </p:sp>
      </p:grpSp>
      <p:grpSp>
        <p:nvGrpSpPr>
          <p:cNvPr id="10" name="CR:PoisonRat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PoisonRat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poison rat</a:t>
              </a:r>
            </a:p>
          </p:txBody>
        </p:sp>
      </p:grpSp>
      <p:grpSp>
        <p:nvGrpSpPr>
          <p:cNvPr id="13" name="CR:Vulptex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Vulptex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vulptex</a:t>
              </a:r>
            </a:p>
          </p:txBody>
        </p:sp>
      </p:grpSp>
      <p:grpSp>
        <p:nvGrpSpPr>
          <p:cNvPr id="16" name="CR:Bardelot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ardelot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bardelot</a:t>
              </a:r>
            </a:p>
          </p:txBody>
        </p:sp>
      </p:grpSp>
      <p:grpSp>
        <p:nvGrpSpPr>
          <p:cNvPr id="19" name="CR:BMT_Rimebeak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Rimebeak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rimebeak</a:t>
              </a:r>
            </a:p>
          </p:txBody>
        </p:sp>
      </p:grpSp>
      <p:grpSp>
        <p:nvGrpSpPr>
          <p:cNvPr id="22" name="CR:VFEI2_Durapod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VFEI2_Durapod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durapod</a:t>
              </a:r>
            </a:p>
          </p:txBody>
        </p:sp>
      </p:grpSp>
      <p:grpSp>
        <p:nvGrpSpPr>
          <p:cNvPr id="25" name="CR:Blarth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larth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blarth</a:t>
              </a:r>
            </a:p>
          </p:txBody>
        </p:sp>
      </p:grpSp>
      <p:grpSp>
        <p:nvGrpSpPr>
          <p:cNvPr id="28" name="CR:AA_AnimusVox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AA_AnimusVox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animus vox</a:t>
              </a:r>
            </a:p>
          </p:txBody>
        </p:sp>
      </p:grpSp>
      <p:grpSp>
        <p:nvGrpSpPr>
          <p:cNvPr id="31" name="CR:JRWBeelzebufo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JRWBeelzebufo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Beelzebufo</a:t>
              </a:r>
            </a:p>
          </p:txBody>
        </p:sp>
      </p:grpSp>
      <p:grpSp>
        <p:nvGrpSpPr>
          <p:cNvPr id="34" name="CR:VFEI2_RoyalSpelopede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VFEI2_RoyalSpelopede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spelopede</a:t>
              </a:r>
            </a:p>
          </p:txBody>
        </p:sp>
      </p:grpSp>
      <p:grpSp>
        <p:nvGrpSpPr>
          <p:cNvPr id="37" name="CR:VFEI2_Venomit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VFEI2_Venomit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venomite</a:t>
              </a:r>
            </a:p>
          </p:txBody>
        </p:sp>
      </p:grpSp>
      <p:grpSp>
        <p:nvGrpSpPr>
          <p:cNvPr id="40" name="CR:GR_Moleman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GR_Moleman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moleman</a:t>
              </a:r>
            </a:p>
          </p:txBody>
        </p:sp>
      </p:grpSp>
      <p:grpSp>
        <p:nvGrpSpPr>
          <p:cNvPr id="43" name="CR:VFEI2_Megapede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VFEI2_Megaped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megapede</a:t>
              </a:r>
            </a:p>
          </p:txBody>
        </p:sp>
      </p:grpSp>
      <p:grpSp>
        <p:nvGrpSpPr>
          <p:cNvPr id="46" name="CR:VFEI2_Tankroach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VFEI2_Tankroach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tankroach</a:t>
              </a:r>
            </a:p>
          </p:txBody>
        </p:sp>
      </p:grpSp>
      <p:grpSp>
        <p:nvGrpSpPr>
          <p:cNvPr id="49" name="CR:GR_Bearman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GR_Bearman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bearman</a:t>
              </a:r>
            </a:p>
          </p:txBody>
        </p:sp>
      </p:grpSp>
      <p:grpSp>
        <p:nvGrpSpPr>
          <p:cNvPr id="52" name="CR:VFEI2_RoyalMegaspider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VFEI2_RoyalMegaspider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megaspider</a:t>
              </a:r>
            </a:p>
          </p:txBody>
        </p:sp>
      </p:grpSp>
      <p:grpSp>
        <p:nvGrpSpPr>
          <p:cNvPr id="55" name="CR:BMT_Maxolotl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BMT_Maxolotl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maxolotl</a:t>
              </a:r>
            </a:p>
          </p:txBody>
        </p:sp>
      </p:grpSp>
      <p:grpSp>
        <p:nvGrpSpPr>
          <p:cNvPr id="58" name="CR:GR_Catchicken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GR_Catchicken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catchicken</a:t>
              </a:r>
            </a:p>
          </p:txBody>
        </p:sp>
      </p:grpSp>
      <p:grpSp>
        <p:nvGrpSpPr>
          <p:cNvPr id="61" name="CR:VFEI2_Silverfish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VFEI2_Silverfish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silverfish</a:t>
              </a:r>
            </a:p>
          </p:txBody>
        </p:sp>
      </p:grpSp>
      <p:grpSp>
        <p:nvGrpSpPr>
          <p:cNvPr id="64" name="CR:VFEI2_Empress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VFEI2_Empress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empress</a:t>
              </a:r>
            </a:p>
          </p:txBody>
        </p:sp>
      </p:grpSp>
      <p:sp>
        <p:nvSpPr>
          <p:cNvPr id="67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(2 here)</a:t>
            </a:r>
          </a:p>
        </p:txBody>
      </p:sp>
      <p:grpSp>
        <p:nvGrpSpPr>
          <p:cNvPr id="70" name="CR:Locust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71" name="Picture 70" descr="Locust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72" name="TextBox 71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locust</a:t>
              </a:r>
            </a:p>
          </p:txBody>
        </p:sp>
      </p:grpSp>
      <p:grpSp>
        <p:nvGrpSpPr>
          <p:cNvPr id="73" name="CR:GR_Thrumdraeodon"/>
          <p:cNvGrpSpPr/>
          <p:nvPr/>
        </p:nvGrpSpPr>
        <p:grpSpPr>
          <a:xfrm>
            <a:off x="694944" y="2377440"/>
            <a:ext cx="621792" cy="704088"/>
            <a:chOff x="694944" y="2377440"/>
            <a:chExt cx="621792" cy="704088"/>
          </a:xfrm>
        </p:grpSpPr>
        <p:pic>
          <p:nvPicPr>
            <p:cNvPr id="74" name="Picture 73" descr="GR_Thrumdraeodon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731520" y="2377440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694944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thrumdraeodon</a:t>
              </a:r>
            </a:p>
          </p:txBody>
        </p:sp>
      </p:grpSp>
      <p:sp>
        <p:nvSpPr>
          <p:cNvPr id="76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(2 here)</a:t>
            </a:r>
          </a:p>
        </p:txBody>
      </p:sp>
      <p:grpSp>
        <p:nvGrpSpPr>
          <p:cNvPr id="79" name="CR:AA_SmallButterfly"/>
          <p:cNvGrpSpPr/>
          <p:nvPr/>
        </p:nvGrpSpPr>
        <p:grpSpPr>
          <a:xfrm>
            <a:off x="73152" y="3346704"/>
            <a:ext cx="621792" cy="704088"/>
            <a:chOff x="73152" y="3346704"/>
            <a:chExt cx="621792" cy="704088"/>
          </a:xfrm>
        </p:grpSpPr>
        <p:pic>
          <p:nvPicPr>
            <p:cNvPr id="80" name="Picture 79" descr="AA_SmallButterfly.112.jp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9728" y="3346704"/>
              <a:ext cx="548640" cy="548640"/>
            </a:xfrm>
            <a:prstGeom prst="rect">
              <a:avLst/>
            </a:prstGeom>
          </p:spPr>
        </p:pic>
        <p:sp>
          <p:nvSpPr>
            <p:cNvPr id="81" name="TextBox 80"/>
            <p:cNvSpPr txBox="1"/>
            <p:nvPr/>
          </p:nvSpPr>
          <p:spPr>
            <a:xfrm>
              <a:off x="73152" y="389534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small butterflies</a:t>
              </a:r>
            </a:p>
          </p:txBody>
        </p:sp>
      </p:grpSp>
      <p:grpSp>
        <p:nvGrpSpPr>
          <p:cNvPr id="82" name="CR:Tibidee"/>
          <p:cNvGrpSpPr/>
          <p:nvPr/>
        </p:nvGrpSpPr>
        <p:grpSpPr>
          <a:xfrm>
            <a:off x="694944" y="3346704"/>
            <a:ext cx="621792" cy="704088"/>
            <a:chOff x="694944" y="3346704"/>
            <a:chExt cx="621792" cy="704088"/>
          </a:xfrm>
        </p:grpSpPr>
        <p:pic>
          <p:nvPicPr>
            <p:cNvPr id="83" name="Picture 82" descr="Tibidee.112.jp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31520" y="3346704"/>
              <a:ext cx="548640" cy="548640"/>
            </a:xfrm>
            <a:prstGeom prst="rect">
              <a:avLst/>
            </a:prstGeom>
          </p:spPr>
        </p:pic>
        <p:sp>
          <p:nvSpPr>
            <p:cNvPr id="84" name="TextBox 83"/>
            <p:cNvSpPr txBox="1"/>
            <p:nvPr/>
          </p:nvSpPr>
          <p:spPr>
            <a:xfrm>
              <a:off x="694944" y="3895344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tibidee</a:t>
              </a:r>
            </a:p>
          </p:txBody>
        </p:sp>
      </p:grpSp>
      <p:sp>
        <p:nvSpPr>
          <p:cNvPr id="85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extreme deser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extreme desert</a:t>
            </a:r>
            <a:r>
              <a:rPr sz="1000">
                <a:solidFill>
                  <a:srgbClr val="A89A80"/>
                </a:solidFill>
              </a:rPr>
              <a:t>     22 creatures on this page of 22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(19 here)</a:t>
            </a:r>
          </a:p>
        </p:txBody>
      </p:sp>
      <p:grpSp>
        <p:nvGrpSpPr>
          <p:cNvPr id="7" name="CR:HermitCrab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HermitCrab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hermit crab</a:t>
              </a:r>
            </a:p>
          </p:txBody>
        </p:sp>
      </p:grpSp>
      <p:grpSp>
        <p:nvGrpSpPr>
          <p:cNvPr id="10" name="CR:Took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Took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tooke</a:t>
              </a:r>
            </a:p>
          </p:txBody>
        </p:sp>
      </p:grpSp>
      <p:grpSp>
        <p:nvGrpSpPr>
          <p:cNvPr id="13" name="CR:StoneCrab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StoneCrab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stone crab</a:t>
              </a:r>
            </a:p>
          </p:txBody>
        </p:sp>
      </p:grpSp>
      <p:grpSp>
        <p:nvGrpSpPr>
          <p:cNvPr id="16" name="CR:BMT_Glowtail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Glowtail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glowtail</a:t>
              </a:r>
            </a:p>
          </p:txBody>
        </p:sp>
      </p:grpSp>
      <p:grpSp>
        <p:nvGrpSpPr>
          <p:cNvPr id="19" name="CR:VFEI2_Megathrips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VFEI2_Megathrips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megathrips</a:t>
              </a:r>
            </a:p>
          </p:txBody>
        </p:sp>
      </p:grpSp>
      <p:grpSp>
        <p:nvGrpSpPr>
          <p:cNvPr id="22" name="CR:VFEI2_Macrofly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VFEI2_Macrofly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macrofly</a:t>
              </a:r>
            </a:p>
          </p:txBody>
        </p:sp>
      </p:grpSp>
      <p:grpSp>
        <p:nvGrpSpPr>
          <p:cNvPr id="25" name="CR:BMT_BloodropMoth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BloodropMoth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bloodrop moth</a:t>
              </a:r>
            </a:p>
          </p:txBody>
        </p:sp>
      </p:grpSp>
      <p:grpSp>
        <p:nvGrpSpPr>
          <p:cNvPr id="28" name="CR:AA_Needleroll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AA_Needleroll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needleroll</a:t>
              </a:r>
            </a:p>
          </p:txBody>
        </p:sp>
      </p:grpSp>
      <p:grpSp>
        <p:nvGrpSpPr>
          <p:cNvPr id="31" name="CR:Shyrack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Shyrack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shyrack</a:t>
              </a:r>
            </a:p>
          </p:txBody>
        </p:sp>
      </p:grpSp>
      <p:grpSp>
        <p:nvGrpSpPr>
          <p:cNvPr id="34" name="CR:VFEI2_Hellbeetle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VFEI2_Hellbeetle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hellbeetle</a:t>
              </a:r>
            </a:p>
          </p:txBody>
        </p:sp>
      </p:grpSp>
      <p:grpSp>
        <p:nvGrpSpPr>
          <p:cNvPr id="37" name="CR:VFEI2_Fuelmit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VFEI2_Fuelmit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fuelmite</a:t>
              </a:r>
            </a:p>
          </p:txBody>
        </p:sp>
      </p:grpSp>
      <p:grpSp>
        <p:nvGrpSpPr>
          <p:cNvPr id="40" name="CR:VFEI2_Megawasp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VFEI2_Megawasp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megawasp</a:t>
              </a:r>
            </a:p>
          </p:txBody>
        </p:sp>
      </p:grpSp>
      <p:grpSp>
        <p:nvGrpSpPr>
          <p:cNvPr id="43" name="CR:VFEI2_Acidspitter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VFEI2_Acidspitter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acidspitter</a:t>
              </a:r>
            </a:p>
          </p:txBody>
        </p:sp>
      </p:grpSp>
      <p:grpSp>
        <p:nvGrpSpPr>
          <p:cNvPr id="46" name="CR:AA_Dunealisk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AA_Dunealisk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dunealisk</a:t>
              </a:r>
            </a:p>
          </p:txBody>
        </p:sp>
      </p:grpSp>
      <p:grpSp>
        <p:nvGrpSpPr>
          <p:cNvPr id="49" name="CR:VFEI2_Gigalocust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VFEI2_Gigalocust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gigalocust</a:t>
              </a:r>
            </a:p>
          </p:txBody>
        </p:sp>
      </p:grpSp>
      <p:grpSp>
        <p:nvGrpSpPr>
          <p:cNvPr id="52" name="CR:GR_ParagonInsectoid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GR_ParagonInsectoid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insectoid paragon</a:t>
              </a:r>
            </a:p>
          </p:txBody>
        </p:sp>
      </p:grpSp>
      <p:grpSp>
        <p:nvGrpSpPr>
          <p:cNvPr id="55" name="CR:Doedicurus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Doedicurus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doedicurus</a:t>
              </a:r>
            </a:p>
          </p:txBody>
        </p:sp>
      </p:grpSp>
      <p:grpSp>
        <p:nvGrpSpPr>
          <p:cNvPr id="58" name="CR:VFEI2_Queen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VFEI2_Queen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insectoid princess</a:t>
              </a:r>
            </a:p>
          </p:txBody>
        </p:sp>
      </p:grpSp>
      <p:grpSp>
        <p:nvGrpSpPr>
          <p:cNvPr id="61" name="CR:LavaFlea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LavaFlea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lava flea</a:t>
              </a:r>
            </a:p>
          </p:txBody>
        </p:sp>
      </p:grpSp>
      <p:sp>
        <p:nvSpPr>
          <p:cNvPr id="64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67" name="CR:Lylek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68" name="Picture 67" descr="Lylek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lylek</a:t>
              </a:r>
            </a:p>
          </p:txBody>
        </p:sp>
      </p:grpSp>
      <p:sp>
        <p:nvSpPr>
          <p:cNvPr id="70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(2 here)</a:t>
            </a:r>
          </a:p>
        </p:txBody>
      </p:sp>
      <p:grpSp>
        <p:nvGrpSpPr>
          <p:cNvPr id="73" name="CR:KraytDragon"/>
          <p:cNvGrpSpPr/>
          <p:nvPr/>
        </p:nvGrpSpPr>
        <p:grpSpPr>
          <a:xfrm>
            <a:off x="73152" y="2596896"/>
            <a:ext cx="621792" cy="704088"/>
            <a:chOff x="73152" y="2596896"/>
            <a:chExt cx="621792" cy="704088"/>
          </a:xfrm>
        </p:grpSpPr>
        <p:pic>
          <p:nvPicPr>
            <p:cNvPr id="74" name="Picture 73" descr="KraytDragon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9728" y="2596896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73152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krayt dragon</a:t>
              </a:r>
            </a:p>
          </p:txBody>
        </p:sp>
      </p:grpSp>
      <p:grpSp>
        <p:nvGrpSpPr>
          <p:cNvPr id="76" name="CR:WarWyrm"/>
          <p:cNvGrpSpPr/>
          <p:nvPr/>
        </p:nvGrpSpPr>
        <p:grpSpPr>
          <a:xfrm>
            <a:off x="694944" y="2596896"/>
            <a:ext cx="621792" cy="704088"/>
            <a:chOff x="694944" y="2596896"/>
            <a:chExt cx="621792" cy="704088"/>
          </a:xfrm>
        </p:grpSpPr>
        <p:pic>
          <p:nvPicPr>
            <p:cNvPr id="77" name="Picture 76" descr="WarWyrm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731520" y="2596896"/>
              <a:ext cx="548640" cy="548640"/>
            </a:xfrm>
            <a:prstGeom prst="rect">
              <a:avLst/>
            </a:prstGeom>
          </p:spPr>
        </p:pic>
        <p:sp>
          <p:nvSpPr>
            <p:cNvPr id="78" name="TextBox 77"/>
            <p:cNvSpPr txBox="1"/>
            <p:nvPr/>
          </p:nvSpPr>
          <p:spPr>
            <a:xfrm>
              <a:off x="694944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war wyrm</a:t>
              </a:r>
            </a:p>
          </p:txBody>
        </p:sp>
      </p:grpSp>
      <p:sp>
        <p:nvSpPr>
          <p:cNvPr id="7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lava fiel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lava field</a:t>
            </a:r>
            <a:r>
              <a:rPr sz="1000">
                <a:solidFill>
                  <a:srgbClr val="A89A80"/>
                </a:solidFill>
              </a:rPr>
              <a:t>     22 creatures on this page of 22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(21 here)</a:t>
            </a:r>
          </a:p>
        </p:txBody>
      </p:sp>
      <p:grpSp>
        <p:nvGrpSpPr>
          <p:cNvPr id="7" name="CR:BMT_GastroToad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GastroToad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gastro toad</a:t>
              </a:r>
            </a:p>
          </p:txBody>
        </p:sp>
      </p:grpSp>
      <p:grpSp>
        <p:nvGrpSpPr>
          <p:cNvPr id="10" name="CR:BMT_GoetoToad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GoetoToa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goeto toad</a:t>
              </a:r>
            </a:p>
          </p:txBody>
        </p:sp>
      </p:grpSp>
      <p:grpSp>
        <p:nvGrpSpPr>
          <p:cNvPr id="13" name="CR:BMT_GoetoTadpol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GoetoToa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goeto tadpole</a:t>
              </a:r>
            </a:p>
          </p:txBody>
        </p:sp>
      </p:grpSp>
      <p:grpSp>
        <p:nvGrpSpPr>
          <p:cNvPr id="16" name="CR:GR_Fleshling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GR_Fleshling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fleshling</a:t>
              </a:r>
            </a:p>
          </p:txBody>
        </p:sp>
      </p:grpSp>
      <p:grpSp>
        <p:nvGrpSpPr>
          <p:cNvPr id="19" name="CR:BMT_GlowBat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GlowBat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bioluminescent bat</a:t>
              </a:r>
            </a:p>
          </p:txBody>
        </p:sp>
      </p:grpSp>
      <p:grpSp>
        <p:nvGrpSpPr>
          <p:cNvPr id="22" name="CR:BMT_BrownBa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BrownBa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brown bat</a:t>
              </a:r>
            </a:p>
          </p:txBody>
        </p:sp>
      </p:grpSp>
      <p:grpSp>
        <p:nvGrpSpPr>
          <p:cNvPr id="25" name="CR:BMT_BloodletterPetrel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BloodletterPetrel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bloodletter petrel</a:t>
              </a:r>
            </a:p>
          </p:txBody>
        </p:sp>
      </p:grpSp>
      <p:grpSp>
        <p:nvGrpSpPr>
          <p:cNvPr id="28" name="CR:Squall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Squall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squall</a:t>
              </a:r>
            </a:p>
          </p:txBody>
        </p:sp>
      </p:grpSp>
      <p:grpSp>
        <p:nvGrpSpPr>
          <p:cNvPr id="31" name="CR:AM_Dryad_Spitter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M_Dryad_Spitte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spitter dryad</a:t>
              </a:r>
            </a:p>
          </p:txBody>
        </p:sp>
      </p:grpSp>
      <p:grpSp>
        <p:nvGrpSpPr>
          <p:cNvPr id="34" name="CR:VAEWaste_Toxiguana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VAEWaste_Toxiguana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toxiguana</a:t>
              </a:r>
            </a:p>
          </p:txBody>
        </p:sp>
      </p:grpSp>
      <p:grpSp>
        <p:nvGrpSpPr>
          <p:cNvPr id="37" name="CR:BMT_ToxSheep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BMT_ToxSheep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tox-wool sheep</a:t>
              </a:r>
            </a:p>
          </p:txBody>
        </p:sp>
      </p:grpSp>
      <p:grpSp>
        <p:nvGrpSpPr>
          <p:cNvPr id="40" name="CR:BMT_GiantSlug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BMT_GiantSlug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 slug</a:t>
              </a:r>
            </a:p>
          </p:txBody>
        </p:sp>
      </p:grpSp>
      <p:grpSp>
        <p:nvGrpSpPr>
          <p:cNvPr id="43" name="CR:GR_Spidercat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GR_Spidercat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spidercat</a:t>
              </a:r>
            </a:p>
          </p:txBody>
        </p:sp>
      </p:grpSp>
      <p:grpSp>
        <p:nvGrpSpPr>
          <p:cNvPr id="46" name="CR:GR_Wolfscarab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GR_Wolfscarab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wolfscarab</a:t>
              </a:r>
            </a:p>
          </p:txBody>
        </p:sp>
      </p:grpSp>
      <p:grpSp>
        <p:nvGrpSpPr>
          <p:cNvPr id="49" name="CR:BMT_Megapleura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BMT_Megapleura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megapleura</a:t>
              </a:r>
            </a:p>
          </p:txBody>
        </p:sp>
      </p:grpSp>
      <p:grpSp>
        <p:nvGrpSpPr>
          <p:cNvPr id="52" name="CR:AA_Metallovore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AA_Metallovor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metallovore</a:t>
              </a:r>
            </a:p>
          </p:txBody>
        </p:sp>
      </p:grpSp>
      <p:grpSp>
        <p:nvGrpSpPr>
          <p:cNvPr id="55" name="CR:AA_Cinderlisk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AA_Cinderlisk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cinderlisk</a:t>
              </a:r>
            </a:p>
          </p:txBody>
        </p:sp>
      </p:grpSp>
      <p:grpSp>
        <p:nvGrpSpPr>
          <p:cNvPr id="58" name="CR:AA_Animalisk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AA_Animalisk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animalisk</a:t>
              </a:r>
            </a:p>
          </p:txBody>
        </p:sp>
      </p:grpSp>
      <p:grpSp>
        <p:nvGrpSpPr>
          <p:cNvPr id="61" name="CR:AA_ChemfuelMyrmidon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AA_ChemfuelMyrmidon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chemfuel myrmidon</a:t>
              </a:r>
            </a:p>
          </p:txBody>
        </p:sp>
      </p:grpSp>
      <p:grpSp>
        <p:nvGrpSpPr>
          <p:cNvPr id="64" name="CR:BMT_CrystalMantis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BMT_CrystalMantis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crystal mimic mantis</a:t>
              </a:r>
            </a:p>
          </p:txBody>
        </p:sp>
      </p:grpSp>
      <p:grpSp>
        <p:nvGrpSpPr>
          <p:cNvPr id="67" name="CR:BMT_TripleSnapper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BMT_TripleSnapper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triple snapper</a:t>
              </a:r>
            </a:p>
          </p:txBody>
        </p:sp>
      </p:grpSp>
      <p:sp>
        <p:nvSpPr>
          <p:cNvPr id="70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73" name="CR:AA_MammothWorm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74" name="Picture 73" descr="AA_MammothWorm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mammoth worm</a:t>
              </a:r>
            </a:p>
          </p:txBody>
        </p:sp>
      </p:grpSp>
      <p:sp>
        <p:nvSpPr>
          <p:cNvPr id="76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79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emperate 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temperate forest</a:t>
            </a:r>
            <a:r>
              <a:rPr sz="1000">
                <a:solidFill>
                  <a:srgbClr val="A89A80"/>
                </a:solidFill>
              </a:rPr>
              <a:t>     22 creatures on this page of 22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(21 here)</a:t>
            </a:r>
          </a:p>
        </p:txBody>
      </p:sp>
      <p:grpSp>
        <p:nvGrpSpPr>
          <p:cNvPr id="7" name="CR:Quail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Quail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quail</a:t>
              </a:r>
            </a:p>
          </p:txBody>
        </p:sp>
      </p:grpSp>
      <p:grpSp>
        <p:nvGrpSpPr>
          <p:cNvPr id="10" name="CR:GuineaPig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uineaPig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guinea pig</a:t>
              </a:r>
            </a:p>
          </p:txBody>
        </p:sp>
      </p:grpSp>
      <p:grpSp>
        <p:nvGrpSpPr>
          <p:cNvPr id="13" name="CR:Scavra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Scavra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Scavrats</a:t>
              </a:r>
            </a:p>
          </p:txBody>
        </p:sp>
      </p:grpSp>
      <p:grpSp>
        <p:nvGrpSpPr>
          <p:cNvPr id="16" name="CR:Clodhopper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Clodhopper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clodhopper</a:t>
              </a:r>
            </a:p>
          </p:txBody>
        </p:sp>
      </p:grpSp>
      <p:grpSp>
        <p:nvGrpSpPr>
          <p:cNvPr id="19" name="CR:Grank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Grank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Grank</a:t>
              </a:r>
            </a:p>
          </p:txBody>
        </p:sp>
      </p:grpSp>
      <p:grpSp>
        <p:nvGrpSpPr>
          <p:cNvPr id="22" name="CR:Qormo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Qormo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qormot</a:t>
              </a:r>
            </a:p>
          </p:txBody>
        </p:sp>
      </p:grpSp>
      <p:grpSp>
        <p:nvGrpSpPr>
          <p:cNvPr id="25" name="CR:Kybuck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Kybuck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kybuck</a:t>
              </a:r>
            </a:p>
          </p:txBody>
        </p:sp>
      </p:grpSp>
      <p:grpSp>
        <p:nvGrpSpPr>
          <p:cNvPr id="28" name="CR:GiantToad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iantToad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 toad</a:t>
              </a:r>
            </a:p>
          </p:txBody>
        </p:sp>
      </p:grpSp>
      <p:grpSp>
        <p:nvGrpSpPr>
          <p:cNvPr id="31" name="CR:Shaak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Shaak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shaak</a:t>
              </a:r>
            </a:p>
          </p:txBody>
        </p:sp>
      </p:grpSp>
      <p:grpSp>
        <p:nvGrpSpPr>
          <p:cNvPr id="34" name="CR:Alpaca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Alpaca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alpaca</a:t>
              </a:r>
            </a:p>
          </p:txBody>
        </p:sp>
      </p:grpSp>
      <p:grpSp>
        <p:nvGrpSpPr>
          <p:cNvPr id="37" name="CR:Runyip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Runyip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runyip</a:t>
              </a:r>
            </a:p>
          </p:txBody>
        </p:sp>
      </p:grpSp>
      <p:grpSp>
        <p:nvGrpSpPr>
          <p:cNvPr id="40" name="CR:Jimvu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Jimvu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jimvu</a:t>
              </a:r>
            </a:p>
          </p:txBody>
        </p:sp>
      </p:grpSp>
      <p:grpSp>
        <p:nvGrpSpPr>
          <p:cNvPr id="43" name="CR:DA_Taraal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DA_Taraal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taraal</a:t>
              </a:r>
            </a:p>
          </p:txBody>
        </p:sp>
      </p:grpSp>
      <p:grpSp>
        <p:nvGrpSpPr>
          <p:cNvPr id="46" name="CR:AA_MeadowAv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AA_MeadowAve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meadow ave</a:t>
              </a:r>
            </a:p>
          </p:txBody>
        </p:sp>
      </p:grpSp>
      <p:grpSp>
        <p:nvGrpSpPr>
          <p:cNvPr id="49" name="CR:Dalgo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Dalgo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dalgo</a:t>
              </a:r>
            </a:p>
          </p:txBody>
        </p:sp>
      </p:grpSp>
      <p:grpSp>
        <p:nvGrpSpPr>
          <p:cNvPr id="52" name="CR:Gundark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Gundark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gundark</a:t>
              </a:r>
            </a:p>
          </p:txBody>
        </p:sp>
      </p:grpSp>
      <p:grpSp>
        <p:nvGrpSpPr>
          <p:cNvPr id="55" name="CR:TuskCat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TuskCat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tusk cat</a:t>
              </a:r>
            </a:p>
          </p:txBody>
        </p:sp>
      </p:grpSp>
      <p:grpSp>
        <p:nvGrpSpPr>
          <p:cNvPr id="58" name="CR:MA_Gnaut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MA_Gnaut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gnaut</a:t>
              </a:r>
            </a:p>
          </p:txBody>
        </p:sp>
      </p:grpSp>
      <p:grpSp>
        <p:nvGrpSpPr>
          <p:cNvPr id="61" name="CR:Hrumph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Hrumph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hrumph</a:t>
              </a:r>
            </a:p>
          </p:txBody>
        </p:sp>
      </p:grpSp>
      <p:grpSp>
        <p:nvGrpSpPr>
          <p:cNvPr id="64" name="CR:Bolotaur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Bolotaur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bolotaur</a:t>
              </a:r>
            </a:p>
          </p:txBody>
        </p:sp>
      </p:grpSp>
      <p:grpSp>
        <p:nvGrpSpPr>
          <p:cNvPr id="67" name="CR:Falumpaset"/>
          <p:cNvGrpSpPr/>
          <p:nvPr/>
        </p:nvGrpSpPr>
        <p:grpSpPr>
          <a:xfrm>
            <a:off x="694944" y="1408176"/>
            <a:ext cx="621792" cy="704088"/>
            <a:chOff x="694944" y="1408176"/>
            <a:chExt cx="621792" cy="704088"/>
          </a:xfrm>
        </p:grpSpPr>
        <p:pic>
          <p:nvPicPr>
            <p:cNvPr id="68" name="Picture 67" descr="Falumpaset.112.jp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31520" y="1408176"/>
              <a:ext cx="548640" cy="548640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694944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falumpaset</a:t>
              </a:r>
            </a:p>
          </p:txBody>
        </p:sp>
      </p:grpSp>
      <p:sp>
        <p:nvSpPr>
          <p:cNvPr id="70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73" name="CR:Megasquid"/>
          <p:cNvGrpSpPr/>
          <p:nvPr/>
        </p:nvGrpSpPr>
        <p:grpSpPr>
          <a:xfrm>
            <a:off x="73152" y="2377440"/>
            <a:ext cx="621792" cy="704088"/>
            <a:chOff x="73152" y="2377440"/>
            <a:chExt cx="621792" cy="704088"/>
          </a:xfrm>
        </p:grpSpPr>
        <p:pic>
          <p:nvPicPr>
            <p:cNvPr id="74" name="Picture 73" descr="Megasquid.112.jp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9728" y="2377440"/>
              <a:ext cx="548640" cy="548640"/>
            </a:xfrm>
            <a:prstGeom prst="rect">
              <a:avLst/>
            </a:prstGeom>
          </p:spPr>
        </p:pic>
        <p:sp>
          <p:nvSpPr>
            <p:cNvPr id="75" name="TextBox 74"/>
            <p:cNvSpPr txBox="1"/>
            <p:nvPr/>
          </p:nvSpPr>
          <p:spPr>
            <a:xfrm>
              <a:off x="73152" y="2926080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megasquid</a:t>
              </a:r>
            </a:p>
          </p:txBody>
        </p:sp>
      </p:grpSp>
      <p:sp>
        <p:nvSpPr>
          <p:cNvPr id="76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79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emperate swamp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temperate swamp</a:t>
            </a:r>
            <a:r>
              <a:rPr sz="1000">
                <a:solidFill>
                  <a:srgbClr val="A89A80"/>
                </a:solidFill>
              </a:rPr>
              <a:t>     20 creatures on this page of 20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1682496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(20 here)</a:t>
            </a:r>
          </a:p>
        </p:txBody>
      </p:sp>
      <p:grpSp>
        <p:nvGrpSpPr>
          <p:cNvPr id="7" name="CR:JOE_Landopus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JOE_Landopus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landopus</a:t>
              </a:r>
            </a:p>
          </p:txBody>
        </p:sp>
      </p:grpSp>
      <p:grpSp>
        <p:nvGrpSpPr>
          <p:cNvPr id="10" name="CR:Gullipud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ullipu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gullipud</a:t>
              </a:r>
            </a:p>
          </p:txBody>
        </p:sp>
      </p:grpSp>
      <p:grpSp>
        <p:nvGrpSpPr>
          <p:cNvPr id="13" name="CR:Convor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Convor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convor</a:t>
              </a:r>
            </a:p>
          </p:txBody>
        </p:sp>
      </p:grpSp>
      <p:grpSp>
        <p:nvGrpSpPr>
          <p:cNvPr id="16" name="CR:Yobshrimp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Yobshrimp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yobshrimp</a:t>
              </a:r>
            </a:p>
          </p:txBody>
        </p:sp>
      </p:grpSp>
      <p:grpSp>
        <p:nvGrpSpPr>
          <p:cNvPr id="19" name="CR:Nuna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Nuna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nuna</a:t>
              </a:r>
            </a:p>
          </p:txBody>
        </p:sp>
      </p:grpSp>
      <p:grpSp>
        <p:nvGrpSpPr>
          <p:cNvPr id="22" name="CR:Shiro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Shiro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shiro</a:t>
              </a:r>
            </a:p>
          </p:txBody>
        </p:sp>
      </p:grpSp>
      <p:grpSp>
        <p:nvGrpSpPr>
          <p:cNvPr id="25" name="CR:Mott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Mott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mott</a:t>
              </a:r>
            </a:p>
          </p:txBody>
        </p:sp>
      </p:grpSp>
      <p:grpSp>
        <p:nvGrpSpPr>
          <p:cNvPr id="28" name="CR:ShiroTrap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ShiroTrap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shiro-trap</a:t>
              </a:r>
            </a:p>
          </p:txBody>
        </p:sp>
      </p:grpSp>
      <p:grpSp>
        <p:nvGrpSpPr>
          <p:cNvPr id="31" name="CR:Ollopom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Ollopom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ollopom</a:t>
              </a:r>
            </a:p>
          </p:txBody>
        </p:sp>
      </p:grpSp>
      <p:grpSp>
        <p:nvGrpSpPr>
          <p:cNvPr id="34" name="CR:Kaadu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Kaadu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kaadu</a:t>
              </a:r>
            </a:p>
          </p:txBody>
        </p:sp>
      </p:grpSp>
      <p:grpSp>
        <p:nvGrpSpPr>
          <p:cNvPr id="37" name="CR:DA_Barog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DA_Barog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barogoth</a:t>
              </a:r>
            </a:p>
          </p:txBody>
        </p:sp>
      </p:grpSp>
      <p:grpSp>
        <p:nvGrpSpPr>
          <p:cNvPr id="40" name="CR:DA_Snaptoad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DA_Snaptoad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 snaptoad</a:t>
              </a:r>
            </a:p>
          </p:txBody>
        </p:sp>
      </p:grpSp>
      <p:grpSp>
        <p:nvGrpSpPr>
          <p:cNvPr id="43" name="CR:Silooth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Silooth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silooth</a:t>
              </a:r>
            </a:p>
          </p:txBody>
        </p:sp>
      </p:grpSp>
      <p:grpSp>
        <p:nvGrpSpPr>
          <p:cNvPr id="46" name="CR:Boma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Boma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boma</a:t>
              </a:r>
            </a:p>
          </p:txBody>
        </p:sp>
      </p:grpSp>
      <p:grpSp>
        <p:nvGrpSpPr>
          <p:cNvPr id="49" name="CR:Fanback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Fanback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fanback</a:t>
              </a:r>
            </a:p>
          </p:txBody>
        </p:sp>
      </p:grpSp>
      <p:grpSp>
        <p:nvGrpSpPr>
          <p:cNvPr id="52" name="CR:PekoPeko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PekoPeko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Peko-peko</a:t>
              </a:r>
            </a:p>
          </p:txBody>
        </p:sp>
      </p:grpSp>
      <p:grpSp>
        <p:nvGrpSpPr>
          <p:cNvPr id="55" name="CR:Hssiss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Hssiss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hssiss</a:t>
              </a:r>
            </a:p>
          </p:txBody>
        </p:sp>
      </p:grpSp>
      <p:grpSp>
        <p:nvGrpSpPr>
          <p:cNvPr id="58" name="CR:AA_BoulderMit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AA_BoulderMit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bouldermit</a:t>
              </a:r>
            </a:p>
          </p:txBody>
        </p:sp>
      </p:grpSp>
      <p:grpSp>
        <p:nvGrpSpPr>
          <p:cNvPr id="61" name="CR:JOE_Cephalope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JOE_Cephalope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cephalope</a:t>
              </a:r>
            </a:p>
          </p:txBody>
        </p:sp>
      </p:grpSp>
      <p:grpSp>
        <p:nvGrpSpPr>
          <p:cNvPr id="64" name="CR:Thranta"/>
          <p:cNvGrpSpPr/>
          <p:nvPr/>
        </p:nvGrpSpPr>
        <p:grpSpPr>
          <a:xfrm>
            <a:off x="73152" y="1408176"/>
            <a:ext cx="621792" cy="704088"/>
            <a:chOff x="73152" y="1408176"/>
            <a:chExt cx="621792" cy="704088"/>
          </a:xfrm>
        </p:grpSpPr>
        <p:pic>
          <p:nvPicPr>
            <p:cNvPr id="65" name="Picture 64" descr="Thranta.112.jp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9728" y="1408176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195681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thranta</a:t>
              </a:r>
            </a:p>
          </p:txBody>
        </p:sp>
      </p:grpSp>
      <p:sp>
        <p:nvSpPr>
          <p:cNvPr id="67" name="BAND:regen"/>
          <p:cNvSpPr/>
          <p:nvPr/>
        </p:nvSpPr>
        <p:spPr>
          <a:xfrm>
            <a:off x="73152" y="2194560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2194560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219456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70" name="BAND:rescale"/>
          <p:cNvSpPr/>
          <p:nvPr/>
        </p:nvSpPr>
        <p:spPr>
          <a:xfrm>
            <a:off x="73152" y="3163824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" y="3163824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" y="3163824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73" name="BAND:cut"/>
          <p:cNvSpPr/>
          <p:nvPr/>
        </p:nvSpPr>
        <p:spPr>
          <a:xfrm>
            <a:off x="73152" y="4133088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" y="4133088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28016" y="41330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forsaken crag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forsaken crags</a:t>
            </a:r>
            <a:r>
              <a:rPr sz="1000">
                <a:solidFill>
                  <a:srgbClr val="A89A80"/>
                </a:solidFill>
              </a:rPr>
              <a:t>     19 creatures on this page of 19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(17 here)</a:t>
            </a:r>
          </a:p>
        </p:txBody>
      </p:sp>
      <p:grpSp>
        <p:nvGrpSpPr>
          <p:cNvPr id="7" name="CR:AA_DuskRa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DuskRa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dusk rat</a:t>
              </a:r>
            </a:p>
          </p:txBody>
        </p:sp>
      </p:grpSp>
      <p:grpSp>
        <p:nvGrpSpPr>
          <p:cNvPr id="10" name="CR:GR_Snakecat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Snakecat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snakecat</a:t>
              </a:r>
            </a:p>
          </p:txBody>
        </p:sp>
      </p:grpSp>
      <p:grpSp>
        <p:nvGrpSpPr>
          <p:cNvPr id="13" name="CR:AA_Murkling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AA_Murkling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murkling</a:t>
              </a:r>
            </a:p>
          </p:txBody>
        </p:sp>
      </p:grpSp>
      <p:grpSp>
        <p:nvGrpSpPr>
          <p:cNvPr id="16" name="CR:AA_Nightling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Nightling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nightling</a:t>
              </a:r>
            </a:p>
          </p:txBody>
        </p:sp>
      </p:grpSp>
      <p:grpSp>
        <p:nvGrpSpPr>
          <p:cNvPr id="19" name="CR:BMT_BarbedPangolin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BarbedPangolin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barbed pangolin</a:t>
              </a:r>
            </a:p>
          </p:txBody>
        </p:sp>
      </p:grpSp>
      <p:grpSp>
        <p:nvGrpSpPr>
          <p:cNvPr id="22" name="CR:AA_DuskProwler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A_DuskProwler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dusk prowler</a:t>
              </a:r>
            </a:p>
          </p:txBody>
        </p:sp>
      </p:grpSp>
      <p:grpSp>
        <p:nvGrpSpPr>
          <p:cNvPr id="25" name="CR:AA_NightRam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A_NightRam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nightram</a:t>
              </a:r>
            </a:p>
          </p:txBody>
        </p:sp>
      </p:grpSp>
      <p:grpSp>
        <p:nvGrpSpPr>
          <p:cNvPr id="28" name="CR:AA_FungalHusk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AA_FungalHusk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fungal husk</a:t>
              </a:r>
            </a:p>
          </p:txBody>
        </p:sp>
      </p:grpSp>
      <p:grpSp>
        <p:nvGrpSpPr>
          <p:cNvPr id="31" name="CR:AA_NightAve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NightAve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night ave</a:t>
              </a:r>
            </a:p>
          </p:txBody>
        </p:sp>
      </p:grpSp>
      <p:grpSp>
        <p:nvGrpSpPr>
          <p:cNvPr id="34" name="CR:GR_Muffalopede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GR_Muffalopede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muffalopede</a:t>
              </a:r>
            </a:p>
          </p:txBody>
        </p:sp>
      </p:grpSp>
      <p:grpSp>
        <p:nvGrpSpPr>
          <p:cNvPr id="37" name="CR:AA_NightMul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NightMul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nightmule</a:t>
              </a:r>
            </a:p>
          </p:txBody>
        </p:sp>
      </p:grpSp>
      <p:grpSp>
        <p:nvGrpSpPr>
          <p:cNvPr id="40" name="CR:GR_Thrumbospide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GR_Thrumbospide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thrumbospider</a:t>
              </a:r>
            </a:p>
          </p:txBody>
        </p:sp>
      </p:grpSp>
      <p:grpSp>
        <p:nvGrpSpPr>
          <p:cNvPr id="43" name="CR:GR_Muffalorat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GR_Muffalorat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muffalorat</a:t>
              </a:r>
            </a:p>
          </p:txBody>
        </p:sp>
      </p:grpSp>
      <p:grpSp>
        <p:nvGrpSpPr>
          <p:cNvPr id="46" name="CR:AA_CrepuscularBeetl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AA_CrepuscularBeetle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Crepuscular Beetle</a:t>
              </a:r>
            </a:p>
          </p:txBody>
        </p:sp>
      </p:grpSp>
      <p:grpSp>
        <p:nvGrpSpPr>
          <p:cNvPr id="49" name="CR:GR_Elasmobearium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GR_Elasmobearium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elasmobearium</a:t>
              </a:r>
            </a:p>
          </p:txBody>
        </p:sp>
      </p:grpSp>
      <p:grpSp>
        <p:nvGrpSpPr>
          <p:cNvPr id="52" name="CR:MA_PlastemmothAlpha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MA_PlastemmothAlpha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Plastemmoth alpha</a:t>
              </a:r>
            </a:p>
          </p:txBody>
        </p:sp>
      </p:grpSp>
      <p:grpSp>
        <p:nvGrpSpPr>
          <p:cNvPr id="55" name="CR:AA_SummitCrab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AA_SummitCrab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summit crab</a:t>
              </a:r>
            </a:p>
          </p:txBody>
        </p:sp>
      </p:grpSp>
      <p:sp>
        <p:nvSpPr>
          <p:cNvPr id="58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(2 here)</a:t>
            </a:r>
          </a:p>
        </p:txBody>
      </p:sp>
      <p:grpSp>
        <p:nvGrpSpPr>
          <p:cNvPr id="61" name="CR:AA_ShadowCharger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sp>
          <p:nvSpPr>
            <p:cNvPr id="62" name="Rectangle 61"/>
            <p:cNvSpPr/>
            <p:nvPr/>
          </p:nvSpPr>
          <p:spPr>
            <a:xfrm>
              <a:off x="109728" y="1627632"/>
              <a:ext cx="548640" cy="548640"/>
            </a:xfrm>
            <a:prstGeom prst="rect">
              <a:avLst/>
            </a:prstGeom>
            <a:solidFill>
              <a:srgbClr val="D9D2C6"/>
            </a:solidFill>
            <a:ln w="9525">
              <a:solidFill>
                <a:srgbClr val="8A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" rIns="12700" tIns="0" bIns="0">
              <a:noAutofit/>
            </a:bodyPr>
            <a:lstStyle/>
            <a:p>
              <a:pPr algn="ctr"/>
              <a:r>
                <a:rPr sz="700" b="0">
                  <a:solidFill>
                    <a:srgbClr val="6B6155"/>
                  </a:solidFill>
                </a:rPr>
                <a:t>no art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shadow charger</a:t>
              </a:r>
            </a:p>
          </p:txBody>
        </p:sp>
      </p:grpSp>
      <p:grpSp>
        <p:nvGrpSpPr>
          <p:cNvPr id="64" name="CR:AA_Thunderox"/>
          <p:cNvGrpSpPr/>
          <p:nvPr/>
        </p:nvGrpSpPr>
        <p:grpSpPr>
          <a:xfrm>
            <a:off x="694944" y="1627632"/>
            <a:ext cx="621792" cy="704088"/>
            <a:chOff x="694944" y="1627632"/>
            <a:chExt cx="621792" cy="704088"/>
          </a:xfrm>
        </p:grpSpPr>
        <p:sp>
          <p:nvSpPr>
            <p:cNvPr id="65" name="Rectangle 64"/>
            <p:cNvSpPr/>
            <p:nvPr/>
          </p:nvSpPr>
          <p:spPr>
            <a:xfrm>
              <a:off x="731520" y="1627632"/>
              <a:ext cx="548640" cy="548640"/>
            </a:xfrm>
            <a:prstGeom prst="rect">
              <a:avLst/>
            </a:prstGeom>
            <a:solidFill>
              <a:srgbClr val="D9D2C6"/>
            </a:solidFill>
            <a:ln w="9525">
              <a:solidFill>
                <a:srgbClr val="8A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" rIns="12700" tIns="0" bIns="0">
              <a:noAutofit/>
            </a:bodyPr>
            <a:lstStyle/>
            <a:p>
              <a:pPr algn="ctr"/>
              <a:r>
                <a:rPr sz="700" b="0">
                  <a:solidFill>
                    <a:srgbClr val="6B6155"/>
                  </a:solidFill>
                </a:rPr>
                <a:t>no art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94944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thunderox</a:t>
              </a:r>
            </a:p>
          </p:txBody>
        </p:sp>
      </p:grpSp>
      <p:sp>
        <p:nvSpPr>
          <p:cNvPr id="67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70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fungal 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fungal forest</a:t>
            </a:r>
            <a:r>
              <a:rPr sz="1000">
                <a:solidFill>
                  <a:srgbClr val="A89A80"/>
                </a:solidFill>
              </a:rPr>
              <a:t>     19 creatures on this page of 19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(18 here)</a:t>
            </a:r>
          </a:p>
        </p:txBody>
      </p:sp>
      <p:grpSp>
        <p:nvGrpSpPr>
          <p:cNvPr id="7" name="CR:BMT_FleeceSpider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FleeceSpider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fleece spider</a:t>
              </a:r>
            </a:p>
          </p:txBody>
        </p:sp>
      </p:grpSp>
      <p:grpSp>
        <p:nvGrpSpPr>
          <p:cNvPr id="10" name="CR:GR_Rabbitchicke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Rabbitchicke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rabbitchicken</a:t>
              </a:r>
            </a:p>
          </p:txBody>
        </p:sp>
      </p:grpSp>
      <p:grpSp>
        <p:nvGrpSpPr>
          <p:cNvPr id="13" name="CR:PoisonButterfly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PoisonButterfly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butterfly</a:t>
              </a:r>
            </a:p>
          </p:txBody>
        </p:sp>
      </p:grpSp>
      <p:grpSp>
        <p:nvGrpSpPr>
          <p:cNvPr id="16" name="CR:BMT_Varmot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Varmot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varmot</a:t>
              </a:r>
            </a:p>
          </p:txBody>
        </p:sp>
      </p:grpSp>
      <p:grpSp>
        <p:nvGrpSpPr>
          <p:cNvPr id="19" name="CR:AA_BlackScarab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BlackScarab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black scarab</a:t>
              </a:r>
            </a:p>
          </p:txBody>
        </p:sp>
      </p:grpSp>
      <p:grpSp>
        <p:nvGrpSpPr>
          <p:cNvPr id="22" name="CR:AM_Dryad_Unstabl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M_Dryad_Unstabl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unstable dryad</a:t>
              </a:r>
            </a:p>
          </p:txBody>
        </p:sp>
      </p:grpSp>
      <p:grpSp>
        <p:nvGrpSpPr>
          <p:cNvPr id="25" name="CR:AM_Dryad_Corruptor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M_Dryad_Corruptor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corruptor dryad</a:t>
              </a:r>
            </a:p>
          </p:txBody>
        </p:sp>
      </p:grpSp>
      <p:grpSp>
        <p:nvGrpSpPr>
          <p:cNvPr id="28" name="CR:AM_Dryad_Ocula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AM_Dryad_Ocula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ocular dryad</a:t>
              </a:r>
            </a:p>
          </p:txBody>
        </p:sp>
      </p:grpSp>
      <p:grpSp>
        <p:nvGrpSpPr>
          <p:cNvPr id="31" name="CR:BMT_MossyFennec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BMT_MossyFennec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mossy fennec</a:t>
              </a:r>
            </a:p>
          </p:txBody>
        </p:sp>
      </p:grpSp>
      <p:grpSp>
        <p:nvGrpSpPr>
          <p:cNvPr id="34" name="CR:VRE_CompanionDryad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VRE_CompanionDryad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companion dryad</a:t>
              </a:r>
            </a:p>
          </p:txBody>
        </p:sp>
      </p:grpSp>
      <p:grpSp>
        <p:nvGrpSpPr>
          <p:cNvPr id="37" name="CR:AA_OcularNightling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OcularNightling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ocular nightling</a:t>
              </a:r>
            </a:p>
          </p:txBody>
        </p:sp>
      </p:grpSp>
      <p:grpSp>
        <p:nvGrpSpPr>
          <p:cNvPr id="40" name="CR:GR_Doedicoon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GR_Doedicoon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doedicoon</a:t>
              </a:r>
            </a:p>
          </p:txBody>
        </p:sp>
      </p:grpSp>
      <p:grpSp>
        <p:nvGrpSpPr>
          <p:cNvPr id="43" name="CR:BMT_FenridStoat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BMT_FenridStoat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fenrid stoat</a:t>
              </a:r>
            </a:p>
          </p:txBody>
        </p:sp>
      </p:grpSp>
      <p:grpSp>
        <p:nvGrpSpPr>
          <p:cNvPr id="46" name="CR:BMT_CaveLemming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BMT_CaveLemming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cave lemming</a:t>
              </a:r>
            </a:p>
          </p:txBody>
        </p:sp>
      </p:grpSp>
      <p:grpSp>
        <p:nvGrpSpPr>
          <p:cNvPr id="49" name="CR:GR_BearBug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GR_BearBug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 bug</a:t>
              </a:r>
            </a:p>
          </p:txBody>
        </p:sp>
      </p:grpSp>
      <p:grpSp>
        <p:nvGrpSpPr>
          <p:cNvPr id="52" name="CR:GR_Bearffalo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GR_Bearffalo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bearffalo</a:t>
              </a:r>
            </a:p>
          </p:txBody>
        </p:sp>
      </p:grpSp>
      <p:grpSp>
        <p:nvGrpSpPr>
          <p:cNvPr id="55" name="CR:Platybelodon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Platybelodon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platybelodon</a:t>
              </a:r>
            </a:p>
          </p:txBody>
        </p:sp>
      </p:grpSp>
      <p:grpSp>
        <p:nvGrpSpPr>
          <p:cNvPr id="58" name="CR:Elasmotherium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Elasmotherium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elasmotherium</a:t>
              </a:r>
            </a:p>
          </p:txBody>
        </p:sp>
      </p:grpSp>
      <p:sp>
        <p:nvSpPr>
          <p:cNvPr id="61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64" name="CR:AA_AnimaColossus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65" name="Picture 64" descr="AA_AnimaColossus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anima colossus</a:t>
              </a:r>
            </a:p>
          </p:txBody>
        </p:sp>
      </p:grpSp>
      <p:sp>
        <p:nvSpPr>
          <p:cNvPr id="67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70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ocular 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ocular forest</a:t>
            </a:r>
            <a:r>
              <a:rPr sz="1000">
                <a:solidFill>
                  <a:srgbClr val="A89A80"/>
                </a:solidFill>
              </a:rPr>
              <a:t>     19 creatures on this page of 19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(19 here)</a:t>
            </a:r>
          </a:p>
        </p:txBody>
      </p:sp>
      <p:grpSp>
        <p:nvGrpSpPr>
          <p:cNvPr id="7" name="CR:Boomra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oomra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boomrat</a:t>
              </a:r>
            </a:p>
          </p:txBody>
        </p:sp>
      </p:grpSp>
      <p:grpSp>
        <p:nvGrpSpPr>
          <p:cNvPr id="10" name="CR:FrogDog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FrogDog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frog dog</a:t>
              </a:r>
            </a:p>
          </p:txBody>
        </p:sp>
      </p:grpSp>
      <p:grpSp>
        <p:nvGrpSpPr>
          <p:cNvPr id="13" name="CR:GR_Manalop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GR_Manalope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manalope</a:t>
              </a:r>
            </a:p>
          </p:txBody>
        </p:sp>
      </p:grpSp>
      <p:grpSp>
        <p:nvGrpSpPr>
          <p:cNvPr id="16" name="CR:AA_OcularJelly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OcularJelly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ocular jelly</a:t>
              </a:r>
            </a:p>
          </p:txBody>
        </p:sp>
      </p:grpSp>
      <p:grpSp>
        <p:nvGrpSpPr>
          <p:cNvPr id="19" name="CR:Rikknit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Rikkni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rikknit</a:t>
              </a:r>
            </a:p>
          </p:txBody>
        </p:sp>
      </p:grpSp>
      <p:grpSp>
        <p:nvGrpSpPr>
          <p:cNvPr id="22" name="CR:JRWPlatyhystrix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JRWPlatyhystrix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Platyhystrix</a:t>
              </a:r>
            </a:p>
          </p:txBody>
        </p:sp>
      </p:grpSp>
      <p:grpSp>
        <p:nvGrpSpPr>
          <p:cNvPr id="25" name="CR:JRWArchaeopteryx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JRWArchaeopteryx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zhikka</a:t>
              </a:r>
            </a:p>
          </p:txBody>
        </p:sp>
      </p:grpSp>
      <p:grpSp>
        <p:nvGrpSpPr>
          <p:cNvPr id="28" name="CR:AA_RedGoo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AA_RedGoo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red goo</a:t>
              </a:r>
            </a:p>
          </p:txBody>
        </p:sp>
      </p:grpSp>
      <p:grpSp>
        <p:nvGrpSpPr>
          <p:cNvPr id="31" name="CR:AA_ShockGoat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ShockGoat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shock goat</a:t>
              </a:r>
            </a:p>
          </p:txBody>
        </p:sp>
      </p:grpSp>
      <p:grpSp>
        <p:nvGrpSpPr>
          <p:cNvPr id="34" name="CR:GR_Boomalisk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GR_Boomalisk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boomalisk</a:t>
              </a:r>
            </a:p>
          </p:txBody>
        </p:sp>
      </p:grpSp>
      <p:grpSp>
        <p:nvGrpSpPr>
          <p:cNvPr id="37" name="CR:AA_RedSpor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RedSpor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red spore</a:t>
              </a:r>
            </a:p>
          </p:txBody>
        </p:sp>
      </p:grpSp>
      <p:grpSp>
        <p:nvGrpSpPr>
          <p:cNvPr id="40" name="CR:AA_AngelMoth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AA_AngelMoth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angel moth</a:t>
              </a:r>
            </a:p>
          </p:txBody>
        </p:sp>
      </p:grpSp>
      <p:grpSp>
        <p:nvGrpSpPr>
          <p:cNvPr id="43" name="CR:JRWHynerpeton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JRWHynerpeton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sslugg</a:t>
              </a:r>
            </a:p>
          </p:txBody>
        </p:sp>
      </p:grpSp>
      <p:grpSp>
        <p:nvGrpSpPr>
          <p:cNvPr id="46" name="CR:JRWGeosternbergia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JRWGeosternbergia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vhazh</a:t>
              </a:r>
            </a:p>
          </p:txBody>
        </p:sp>
      </p:grpSp>
      <p:grpSp>
        <p:nvGrpSpPr>
          <p:cNvPr id="49" name="CR:GR_FleshMonstrosity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GR_FleshMonstrosity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flesh monstrosity</a:t>
              </a:r>
            </a:p>
          </p:txBody>
        </p:sp>
      </p:grpSp>
      <p:grpSp>
        <p:nvGrpSpPr>
          <p:cNvPr id="52" name="CR:AA_RoughPlatedMonitor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AA_RoughPlatedMonitor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rough-plated monitor</a:t>
              </a:r>
            </a:p>
          </p:txBody>
        </p:sp>
      </p:grpSp>
      <p:grpSp>
        <p:nvGrpSpPr>
          <p:cNvPr id="55" name="CR:JRWEuphoberia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JRWEuphoberia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Euphoberia</a:t>
              </a:r>
            </a:p>
          </p:txBody>
        </p:sp>
      </p:grpSp>
      <p:grpSp>
        <p:nvGrpSpPr>
          <p:cNvPr id="58" name="CR:JRWPulmonoscorpius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JRWPulmonoscorpius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Pulmonoscorpius</a:t>
              </a:r>
            </a:p>
          </p:txBody>
        </p:sp>
      </p:grpSp>
      <p:grpSp>
        <p:nvGrpSpPr>
          <p:cNvPr id="61" name="CR:AA_UnblinkingEye"/>
          <p:cNvGrpSpPr/>
          <p:nvPr/>
        </p:nvGrpSpPr>
        <p:grpSpPr>
          <a:xfrm>
            <a:off x="11265408" y="658368"/>
            <a:ext cx="621792" cy="704088"/>
            <a:chOff x="11265408" y="658368"/>
            <a:chExt cx="621792" cy="704088"/>
          </a:xfrm>
        </p:grpSpPr>
        <p:pic>
          <p:nvPicPr>
            <p:cNvPr id="62" name="Picture 61" descr="AA_UnblinkingEye.112.jp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1301984" y="658368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126540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unblinking eye</a:t>
              </a:r>
            </a:p>
          </p:txBody>
        </p:sp>
      </p:grpSp>
      <p:sp>
        <p:nvSpPr>
          <p:cNvPr id="64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67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70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elatinous superorganism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gelatinous superorganism</a:t>
            </a:r>
            <a:r>
              <a:rPr sz="1000">
                <a:solidFill>
                  <a:srgbClr val="A89A80"/>
                </a:solidFill>
              </a:rPr>
              <a:t>     18 creatures on this page of 18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(18 here)</a:t>
            </a:r>
          </a:p>
        </p:txBody>
      </p:sp>
      <p:grpSp>
        <p:nvGrpSpPr>
          <p:cNvPr id="7" name="CR:GRimPinkbird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RimPinkbird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pinkbird</a:t>
              </a:r>
            </a:p>
          </p:txBody>
        </p:sp>
      </p:grpSp>
      <p:grpSp>
        <p:nvGrpSpPr>
          <p:cNvPr id="10" name="CR:GRimQuail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imQuail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Colorful quail</a:t>
              </a:r>
            </a:p>
          </p:txBody>
        </p:sp>
      </p:grpSp>
      <p:grpSp>
        <p:nvGrpSpPr>
          <p:cNvPr id="13" name="CR:BMT_Mol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Mole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mole</a:t>
              </a:r>
            </a:p>
          </p:txBody>
        </p:sp>
      </p:grpSp>
      <p:grpSp>
        <p:nvGrpSpPr>
          <p:cNvPr id="16" name="CR:Snoruuk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Snoruuk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snoruuk</a:t>
              </a:r>
            </a:p>
          </p:txBody>
        </p:sp>
      </p:grpSp>
      <p:grpSp>
        <p:nvGrpSpPr>
          <p:cNvPr id="19" name="CR:AA_Drainer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Drainer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drainer</a:t>
              </a:r>
            </a:p>
          </p:txBody>
        </p:sp>
      </p:grpSp>
      <p:grpSp>
        <p:nvGrpSpPr>
          <p:cNvPr id="22" name="CR:GR_Chickenrabbi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GR_Chickenrabbi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chickenrabbit</a:t>
              </a:r>
            </a:p>
          </p:txBody>
        </p:sp>
      </p:grpSp>
      <p:grpSp>
        <p:nvGrpSpPr>
          <p:cNvPr id="25" name="CR:Scuttlebug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Scuttlebug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Space Worm</a:t>
              </a:r>
            </a:p>
          </p:txBody>
        </p:sp>
      </p:grpSp>
      <p:grpSp>
        <p:nvGrpSpPr>
          <p:cNvPr id="28" name="CR:GR_Manbea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R_Manbea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manbear</a:t>
              </a:r>
            </a:p>
          </p:txBody>
        </p:sp>
      </p:grpSp>
      <p:grpSp>
        <p:nvGrpSpPr>
          <p:cNvPr id="31" name="CR:Worm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Worm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worm</a:t>
              </a:r>
            </a:p>
          </p:txBody>
        </p:sp>
      </p:grpSp>
      <p:grpSp>
        <p:nvGrpSpPr>
          <p:cNvPr id="34" name="CR:BMT_CrystalBeetle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BMT_CrystalBeetle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crystalback beetle</a:t>
              </a:r>
            </a:p>
          </p:txBody>
        </p:sp>
      </p:grpSp>
      <p:grpSp>
        <p:nvGrpSpPr>
          <p:cNvPr id="37" name="CR:AA_Mim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Mim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mime</a:t>
              </a:r>
            </a:p>
          </p:txBody>
        </p:sp>
      </p:grpSp>
      <p:grpSp>
        <p:nvGrpSpPr>
          <p:cNvPr id="40" name="CR:JRWDilophosaurus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JRWDilophosaurus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Dilophosaurus</a:t>
              </a:r>
            </a:p>
          </p:txBody>
        </p:sp>
      </p:grpSp>
      <p:grpSp>
        <p:nvGrpSpPr>
          <p:cNvPr id="43" name="CR:DA_IroncasketBeetle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DA_IroncasketBeetl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ironcasket beetle</a:t>
              </a:r>
            </a:p>
          </p:txBody>
        </p:sp>
      </p:grpSp>
      <p:grpSp>
        <p:nvGrpSpPr>
          <p:cNvPr id="46" name="CR:AA_GreenGoo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AA_GreenGoo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green goo</a:t>
              </a:r>
            </a:p>
          </p:txBody>
        </p:sp>
      </p:grpSp>
      <p:grpSp>
        <p:nvGrpSpPr>
          <p:cNvPr id="49" name="CR:AA_DecayDrak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AA_DecayDrak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decay drake</a:t>
              </a:r>
            </a:p>
          </p:txBody>
        </p:sp>
      </p:grpSp>
      <p:grpSp>
        <p:nvGrpSpPr>
          <p:cNvPr id="52" name="CR:JRWPteranodon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JRWPteranodon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Pteranodon</a:t>
              </a:r>
            </a:p>
          </p:txBody>
        </p:sp>
      </p:grpSp>
      <p:grpSp>
        <p:nvGrpSpPr>
          <p:cNvPr id="55" name="CR:JRWGeralinura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JRWGeralinura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Geralinura</a:t>
              </a:r>
            </a:p>
          </p:txBody>
        </p:sp>
      </p:grpSp>
      <p:grpSp>
        <p:nvGrpSpPr>
          <p:cNvPr id="58" name="CR:Harvester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Harvester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harvester</a:t>
              </a:r>
            </a:p>
          </p:txBody>
        </p:sp>
      </p:grpSp>
      <p:sp>
        <p:nvSpPr>
          <p:cNvPr id="61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6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67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poison 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poison forest</a:t>
            </a:r>
            <a:r>
              <a:rPr sz="1000">
                <a:solidFill>
                  <a:srgbClr val="A89A80"/>
                </a:solidFill>
              </a:rPr>
              <a:t>     18 creatures on this page of 18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(18 here)</a:t>
            </a:r>
          </a:p>
        </p:txBody>
      </p:sp>
      <p:grpSp>
        <p:nvGrpSpPr>
          <p:cNvPr id="7" name="CR:AA_BedBu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BedBu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bedbug</a:t>
              </a:r>
            </a:p>
          </p:txBody>
        </p:sp>
      </p:grpSp>
      <p:grpSp>
        <p:nvGrpSpPr>
          <p:cNvPr id="10" name="CR:GR_Beetlefleet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Beetlefleet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beetlefleet</a:t>
              </a:r>
            </a:p>
          </p:txBody>
        </p:sp>
      </p:grpSp>
      <p:grpSp>
        <p:nvGrpSpPr>
          <p:cNvPr id="13" name="CR:AM_Dryad_Tumorous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AM_Dryad_Tumorous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tumorous dryad</a:t>
              </a:r>
            </a:p>
          </p:txBody>
        </p:sp>
      </p:grpSp>
      <p:grpSp>
        <p:nvGrpSpPr>
          <p:cNvPr id="16" name="CR:BMT_Screecher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Screecher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screecher</a:t>
              </a:r>
            </a:p>
          </p:txBody>
        </p:sp>
      </p:grpSp>
      <p:grpSp>
        <p:nvGrpSpPr>
          <p:cNvPr id="19" name="CR:BMT_DarkAxolotl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DarkAxolotl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dark axolotl</a:t>
              </a:r>
            </a:p>
          </p:txBody>
        </p:sp>
      </p:grpSp>
      <p:grpSp>
        <p:nvGrpSpPr>
          <p:cNvPr id="22" name="CR:GR_ParagonRa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GR_ParagonRa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rodent paragon</a:t>
              </a:r>
            </a:p>
          </p:txBody>
        </p:sp>
      </p:grpSp>
      <p:grpSp>
        <p:nvGrpSpPr>
          <p:cNvPr id="25" name="CR:AA_GreyCoatedMouflon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A_GreyCoatedMouflon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Grey-Coated Mouflon</a:t>
              </a:r>
            </a:p>
          </p:txBody>
        </p:sp>
      </p:grpSp>
      <p:grpSp>
        <p:nvGrpSpPr>
          <p:cNvPr id="28" name="CR:Visceral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Visceral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visceral</a:t>
              </a:r>
            </a:p>
          </p:txBody>
        </p:sp>
      </p:grpSp>
      <p:grpSp>
        <p:nvGrpSpPr>
          <p:cNvPr id="31" name="CR:AA_BlackSpider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BlackSpider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blackspider</a:t>
              </a:r>
            </a:p>
          </p:txBody>
        </p:sp>
      </p:grpSp>
      <p:grpSp>
        <p:nvGrpSpPr>
          <p:cNvPr id="34" name="CR:DA_LeviathanCrab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DA_LeviathanCrab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leviathan</a:t>
              </a:r>
            </a:p>
          </p:txBody>
        </p:sp>
      </p:grpSp>
      <p:grpSp>
        <p:nvGrpSpPr>
          <p:cNvPr id="37" name="CR:AA_GiantCrownedSilki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GiantCrownedSilki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giant crowned silkie</a:t>
              </a:r>
            </a:p>
          </p:txBody>
        </p:sp>
      </p:grpSp>
      <p:grpSp>
        <p:nvGrpSpPr>
          <p:cNvPr id="40" name="CR:DA_ImperialRedhound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DA_ImperialRedhound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imperial redhound</a:t>
              </a:r>
            </a:p>
          </p:txBody>
        </p:sp>
      </p:grpSp>
      <p:grpSp>
        <p:nvGrpSpPr>
          <p:cNvPr id="43" name="CR:SW_Grenadierworm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SW_Grenadierworm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Grenadierworm</a:t>
              </a:r>
            </a:p>
          </p:txBody>
        </p:sp>
      </p:grpSp>
      <p:grpSp>
        <p:nvGrpSpPr>
          <p:cNvPr id="46" name="CR:MA_Raptorkhan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MA_Raptorkhan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raptorkhan</a:t>
              </a:r>
            </a:p>
          </p:txBody>
        </p:sp>
      </p:grpSp>
      <p:grpSp>
        <p:nvGrpSpPr>
          <p:cNvPr id="49" name="CR:Narglatch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Narglatch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narglatch</a:t>
              </a:r>
            </a:p>
          </p:txBody>
        </p:sp>
      </p:grpSp>
      <p:grpSp>
        <p:nvGrpSpPr>
          <p:cNvPr id="52" name="CR:GR_Ratffalo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GR_Ratffalo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ratffalo</a:t>
              </a:r>
            </a:p>
          </p:txBody>
        </p:sp>
      </p:grpSp>
      <p:grpSp>
        <p:nvGrpSpPr>
          <p:cNvPr id="55" name="CR:VFEI2_BlackEmpress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VFEI2_BlackEmpress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black empress</a:t>
              </a:r>
            </a:p>
          </p:txBody>
        </p:sp>
      </p:grpSp>
      <p:grpSp>
        <p:nvGrpSpPr>
          <p:cNvPr id="58" name="CR:AA_Behemoth"/>
          <p:cNvGrpSpPr/>
          <p:nvPr/>
        </p:nvGrpSpPr>
        <p:grpSpPr>
          <a:xfrm>
            <a:off x="10643616" y="658368"/>
            <a:ext cx="621792" cy="704088"/>
            <a:chOff x="10643616" y="658368"/>
            <a:chExt cx="621792" cy="704088"/>
          </a:xfrm>
        </p:grpSpPr>
        <p:pic>
          <p:nvPicPr>
            <p:cNvPr id="59" name="Picture 58" descr="AA_Behemoth.112.jp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680192" y="658368"/>
              <a:ext cx="548640" cy="548640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1064361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Behemoth</a:t>
              </a:r>
            </a:p>
          </p:txBody>
        </p:sp>
      </p:grpSp>
      <p:sp>
        <p:nvSpPr>
          <p:cNvPr id="61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6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67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feralisk infested jungle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feralisk infested jungle</a:t>
            </a:r>
            <a:r>
              <a:rPr sz="1000">
                <a:solidFill>
                  <a:srgbClr val="A89A80"/>
                </a:solidFill>
              </a:rPr>
              <a:t>     17 creatures on this page of 17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(17 here)</a:t>
            </a:r>
          </a:p>
        </p:txBody>
      </p:sp>
      <p:grpSp>
        <p:nvGrpSpPr>
          <p:cNvPr id="7" name="CR:TYR_HotfootRa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TYR_KangarooRa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hotfoot rat</a:t>
              </a:r>
            </a:p>
          </p:txBody>
        </p:sp>
      </p:grpSp>
      <p:grpSp>
        <p:nvGrpSpPr>
          <p:cNvPr id="10" name="CR:Kreetl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Kreetl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kreetle</a:t>
              </a:r>
            </a:p>
          </p:txBody>
        </p:sp>
      </p:grpSp>
      <p:grpSp>
        <p:nvGrpSpPr>
          <p:cNvPr id="13" name="CR:BMT_CrestedDragon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CrestedDragon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crested dragon</a:t>
              </a:r>
            </a:p>
          </p:txBody>
        </p:sp>
      </p:grpSp>
      <p:grpSp>
        <p:nvGrpSpPr>
          <p:cNvPr id="16" name="CR:AA_CrescendoAnole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CrescendoAnole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crescendo anole</a:t>
              </a:r>
            </a:p>
          </p:txBody>
        </p:sp>
      </p:grpSp>
      <p:grpSp>
        <p:nvGrpSpPr>
          <p:cNvPr id="19" name="CR:VAEWaste_Hydra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VAEWaste_Hydra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hydra</a:t>
              </a:r>
            </a:p>
          </p:txBody>
        </p:sp>
      </p:grpSp>
      <p:grpSp>
        <p:nvGrpSpPr>
          <p:cNvPr id="22" name="CR:WompRa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WompRa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womp rat</a:t>
              </a:r>
            </a:p>
          </p:txBody>
        </p:sp>
      </p:grpSp>
      <p:grpSp>
        <p:nvGrpSpPr>
          <p:cNvPr id="25" name="CR:BMT_MucklurkerCatfish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MucklurkerCatfish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mucklurker catfish</a:t>
              </a:r>
            </a:p>
          </p:txBody>
        </p:sp>
      </p:grpSp>
      <p:grpSp>
        <p:nvGrpSpPr>
          <p:cNvPr id="28" name="CR:BMT_MutatingTumorfishFry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BMT_MutatingTumorfishFry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mutating tumorfish fry</a:t>
              </a:r>
            </a:p>
          </p:txBody>
        </p:sp>
      </p:grpSp>
      <p:grpSp>
        <p:nvGrpSpPr>
          <p:cNvPr id="31" name="CR:BMT_SmogMoth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BMT_SmogMoth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smog moth</a:t>
              </a:r>
            </a:p>
          </p:txBody>
        </p:sp>
      </p:grpSp>
      <p:grpSp>
        <p:nvGrpSpPr>
          <p:cNvPr id="34" name="CR:BMT_JewelBeetle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BMT_JewelBeetle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jewel beetle</a:t>
              </a:r>
            </a:p>
          </p:txBody>
        </p:sp>
      </p:grpSp>
      <p:grpSp>
        <p:nvGrpSpPr>
          <p:cNvPr id="37" name="CR:LavaSnail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LavaSnail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lava snail</a:t>
              </a:r>
            </a:p>
          </p:txBody>
        </p:sp>
      </p:grpSp>
      <p:grpSp>
        <p:nvGrpSpPr>
          <p:cNvPr id="40" name="CR:AA_Erin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AA_Erin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erin</a:t>
              </a:r>
            </a:p>
          </p:txBody>
        </p:sp>
      </p:grpSp>
      <p:grpSp>
        <p:nvGrpSpPr>
          <p:cNvPr id="43" name="CR:AA_Junglelisk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AA_Junglelisk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junglelisk</a:t>
              </a:r>
            </a:p>
          </p:txBody>
        </p:sp>
      </p:grpSp>
      <p:grpSp>
        <p:nvGrpSpPr>
          <p:cNvPr id="46" name="CR:MA_Sporemole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MA_Sporemole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Sporemole</a:t>
              </a:r>
            </a:p>
          </p:txBody>
        </p:sp>
      </p:grpSp>
      <p:grpSp>
        <p:nvGrpSpPr>
          <p:cNvPr id="49" name="CR:GR_Crocorse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GR_Crocors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crocorse</a:t>
              </a:r>
            </a:p>
          </p:txBody>
        </p:sp>
      </p:grpSp>
      <p:grpSp>
        <p:nvGrpSpPr>
          <p:cNvPr id="52" name="CR:GR_Muffalokomodo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GR_Muffalokomodo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muffalokomodo</a:t>
              </a:r>
            </a:p>
          </p:txBody>
        </p:sp>
      </p:grpSp>
      <p:grpSp>
        <p:nvGrpSpPr>
          <p:cNvPr id="55" name="CR:GR_Thrumbolizard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GR_Thrumbolizard.112.jp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thrumbolizard</a:t>
              </a:r>
            </a:p>
          </p:txBody>
        </p:sp>
      </p:grpSp>
      <p:sp>
        <p:nvSpPr>
          <p:cNvPr id="58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61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64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scarland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scarlands</a:t>
            </a:r>
            <a:r>
              <a:rPr sz="1000">
                <a:solidFill>
                  <a:srgbClr val="A89A80"/>
                </a:solidFill>
              </a:rPr>
              <a:t>     17 creatures on this page of 17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(17 here)</a:t>
            </a:r>
          </a:p>
        </p:txBody>
      </p:sp>
      <p:grpSp>
        <p:nvGrpSpPr>
          <p:cNvPr id="7" name="CR:Scurrier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Scurrier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scurrier</a:t>
              </a:r>
            </a:p>
          </p:txBody>
        </p:sp>
      </p:grpSp>
      <p:grpSp>
        <p:nvGrpSpPr>
          <p:cNvPr id="10" name="CR:BMT_FireSalamander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FireSalamander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fire salamander</a:t>
              </a:r>
            </a:p>
          </p:txBody>
        </p:sp>
      </p:grpSp>
      <p:grpSp>
        <p:nvGrpSpPr>
          <p:cNvPr id="13" name="CR:VFEI2_Boomtick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VFEI2_Boomtick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boomtick</a:t>
              </a:r>
            </a:p>
          </p:txBody>
        </p:sp>
      </p:grpSp>
      <p:grpSp>
        <p:nvGrpSpPr>
          <p:cNvPr id="16" name="CR:AA_AcanthamoebaGiganteaSmall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AcanthamoebaGiganteaSmall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00" b="0">
                  <a:solidFill>
                    <a:srgbClr val="2B2418"/>
                  </a:solidFill>
                </a:rPr>
                <a:t>acanthamoeba gigantea, small</a:t>
              </a:r>
            </a:p>
          </p:txBody>
        </p:sp>
      </p:grpSp>
      <p:grpSp>
        <p:nvGrpSpPr>
          <p:cNvPr id="19" name="CR:SW_Electrictick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SW_Electrictick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Electrictick</a:t>
              </a:r>
            </a:p>
          </p:txBody>
        </p:sp>
      </p:grpSp>
      <p:grpSp>
        <p:nvGrpSpPr>
          <p:cNvPr id="22" name="CR:BMT_CarrionVultur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CarrionVultur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carrion vulture</a:t>
              </a:r>
            </a:p>
          </p:txBody>
        </p:sp>
      </p:grpSp>
      <p:grpSp>
        <p:nvGrpSpPr>
          <p:cNvPr id="25" name="CR:BMT_Megaphorid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Megaphorid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megaphorid</a:t>
              </a:r>
            </a:p>
          </p:txBody>
        </p:sp>
      </p:grpSp>
      <p:grpSp>
        <p:nvGrpSpPr>
          <p:cNvPr id="28" name="CR:BMT_Creature_Mantrap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BMT_Creature_Mantrap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mantrap</a:t>
              </a:r>
            </a:p>
          </p:txBody>
        </p:sp>
      </p:grpSp>
      <p:grpSp>
        <p:nvGrpSpPr>
          <p:cNvPr id="31" name="CR:Rycrit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Rycrit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rycrit</a:t>
              </a:r>
            </a:p>
          </p:txBody>
        </p:sp>
      </p:grpSp>
      <p:grpSp>
        <p:nvGrpSpPr>
          <p:cNvPr id="34" name="CR:AA_AcanthamoebaGiganteaLarge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AA_AcanthamoebaGiganteaSmall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00" b="0">
                  <a:solidFill>
                    <a:srgbClr val="2B2418"/>
                  </a:solidFill>
                </a:rPr>
                <a:t>acanthamoeba gigantea, large</a:t>
              </a:r>
            </a:p>
          </p:txBody>
        </p:sp>
      </p:grpSp>
      <p:grpSp>
        <p:nvGrpSpPr>
          <p:cNvPr id="37" name="CR:SW_Electricfish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SW_Electricfish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Electricfish</a:t>
              </a:r>
            </a:p>
          </p:txBody>
        </p:sp>
      </p:grpSp>
      <p:grpSp>
        <p:nvGrpSpPr>
          <p:cNvPr id="40" name="CR:GR_Chickenspide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GR_Chickenspider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chickenspider</a:t>
              </a:r>
            </a:p>
          </p:txBody>
        </p:sp>
      </p:grpSp>
      <p:grpSp>
        <p:nvGrpSpPr>
          <p:cNvPr id="43" name="CR:SW_Electricgryllotalpa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SW_Electricgryllotalpa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Electricgryllotalpa</a:t>
              </a:r>
            </a:p>
          </p:txBody>
        </p:sp>
      </p:grpSp>
      <p:grpSp>
        <p:nvGrpSpPr>
          <p:cNvPr id="46" name="CR:SW_Juggernautbeetles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SW_Juggernautbeetles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Juggernautbeetles</a:t>
              </a:r>
            </a:p>
          </p:txBody>
        </p:sp>
      </p:grpSp>
      <p:grpSp>
        <p:nvGrpSpPr>
          <p:cNvPr id="49" name="CR:BMT_CaveSpider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BMT_CaveSpider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cave spider</a:t>
              </a:r>
            </a:p>
          </p:txBody>
        </p:sp>
      </p:grpSp>
      <p:grpSp>
        <p:nvGrpSpPr>
          <p:cNvPr id="52" name="CR:AA_SandSquid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AA_SandSquid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 squid</a:t>
              </a:r>
            </a:p>
          </p:txBody>
        </p:sp>
      </p:grpSp>
      <p:grpSp>
        <p:nvGrpSpPr>
          <p:cNvPr id="55" name="CR:SW_Emperorisopod"/>
          <p:cNvGrpSpPr/>
          <p:nvPr/>
        </p:nvGrpSpPr>
        <p:grpSpPr>
          <a:xfrm>
            <a:off x="10021824" y="658368"/>
            <a:ext cx="621792" cy="704088"/>
            <a:chOff x="10021824" y="658368"/>
            <a:chExt cx="621792" cy="704088"/>
          </a:xfrm>
        </p:grpSpPr>
        <p:pic>
          <p:nvPicPr>
            <p:cNvPr id="56" name="Picture 55" descr="SW_Emperorisopod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058400" y="658368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1002182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Emperorisopod</a:t>
              </a:r>
            </a:p>
          </p:txBody>
        </p:sp>
      </p:grpSp>
      <p:sp>
        <p:nvSpPr>
          <p:cNvPr id="58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61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64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ar pit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tar pits</a:t>
            </a:r>
            <a:r>
              <a:rPr sz="1000">
                <a:solidFill>
                  <a:srgbClr val="A89A80"/>
                </a:solidFill>
              </a:rPr>
              <a:t>     17 creatures on this page of 17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(14 here)</a:t>
            </a:r>
          </a:p>
        </p:txBody>
      </p:sp>
      <p:grpSp>
        <p:nvGrpSpPr>
          <p:cNvPr id="7" name="CR:AA_LarvalAtispec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LarvalAtispec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larval atispec</a:t>
              </a:r>
            </a:p>
          </p:txBody>
        </p:sp>
      </p:grpSp>
      <p:grpSp>
        <p:nvGrpSpPr>
          <p:cNvPr id="10" name="CR:GR_AnimusHar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_AnimusHar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animus hare</a:t>
              </a:r>
            </a:p>
          </p:txBody>
        </p:sp>
      </p:grpSp>
      <p:grpSp>
        <p:nvGrpSpPr>
          <p:cNvPr id="13" name="CR:VFEI2_RoyalMegascarab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VFEI2_RoyalMegascarab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megascarab</a:t>
              </a:r>
            </a:p>
          </p:txBody>
        </p:sp>
      </p:grpSp>
      <p:grpSp>
        <p:nvGrpSpPr>
          <p:cNvPr id="16" name="CR:Tauntaun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Tauntaun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tauntaun</a:t>
              </a:r>
            </a:p>
          </p:txBody>
        </p:sp>
      </p:grpSp>
      <p:grpSp>
        <p:nvGrpSpPr>
          <p:cNvPr id="19" name="CR:Nerf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Nerf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nerf</a:t>
              </a:r>
            </a:p>
          </p:txBody>
        </p:sp>
      </p:grpSp>
      <p:grpSp>
        <p:nvGrpSpPr>
          <p:cNvPr id="22" name="CR:Pulmonoscorpius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Pulmonoscorpius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pulmonoscorpius</a:t>
              </a:r>
            </a:p>
          </p:txBody>
        </p:sp>
      </p:grpSp>
      <p:grpSp>
        <p:nvGrpSpPr>
          <p:cNvPr id="25" name="CR:VQEA_Splicehulk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VQEA_Splicehulk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splicehulk</a:t>
              </a:r>
            </a:p>
          </p:txBody>
        </p:sp>
      </p:grpSp>
      <p:grpSp>
        <p:nvGrpSpPr>
          <p:cNvPr id="28" name="CR:AA_TarGuzzle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AA_TarGuzzle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tar guzzler</a:t>
              </a:r>
            </a:p>
          </p:txBody>
        </p:sp>
      </p:grpSp>
      <p:grpSp>
        <p:nvGrpSpPr>
          <p:cNvPr id="31" name="CR:AA_RoyalAve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RoyalAve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royal ave</a:t>
              </a:r>
            </a:p>
          </p:txBody>
        </p:sp>
      </p:grpSp>
      <p:grpSp>
        <p:nvGrpSpPr>
          <p:cNvPr id="34" name="CR:GR_Muffaloman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GR_Muffaloman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muffaloman</a:t>
              </a:r>
            </a:p>
          </p:txBody>
        </p:sp>
      </p:grpSp>
      <p:grpSp>
        <p:nvGrpSpPr>
          <p:cNvPr id="37" name="CR:Blurrg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Blurrg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blurrg</a:t>
              </a:r>
            </a:p>
          </p:txBody>
        </p:sp>
      </p:grpSp>
      <p:grpSp>
        <p:nvGrpSpPr>
          <p:cNvPr id="40" name="CR:JRWMacrelcana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JRWMacrelcana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Macrelcana</a:t>
              </a:r>
            </a:p>
          </p:txBody>
        </p:sp>
      </p:grpSp>
      <p:grpSp>
        <p:nvGrpSpPr>
          <p:cNvPr id="43" name="CR:VFEI2_Gigamite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VFEI2_Gigamite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gigamite</a:t>
              </a:r>
            </a:p>
          </p:txBody>
        </p:sp>
      </p:grpSp>
      <p:grpSp>
        <p:nvGrpSpPr>
          <p:cNvPr id="46" name="CR:GR_Thrumbear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GR_Thrumbear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thrumbear</a:t>
              </a:r>
            </a:p>
          </p:txBody>
        </p:sp>
      </p:grpSp>
      <p:sp>
        <p:nvSpPr>
          <p:cNvPr id="49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(2 here)</a:t>
            </a:r>
          </a:p>
        </p:txBody>
      </p:sp>
      <p:grpSp>
        <p:nvGrpSpPr>
          <p:cNvPr id="52" name="CR:AA_Radyak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sp>
          <p:nvSpPr>
            <p:cNvPr id="53" name="Rectangle 52"/>
            <p:cNvSpPr/>
            <p:nvPr/>
          </p:nvSpPr>
          <p:spPr>
            <a:xfrm>
              <a:off x="109728" y="1627632"/>
              <a:ext cx="548640" cy="548640"/>
            </a:xfrm>
            <a:prstGeom prst="rect">
              <a:avLst/>
            </a:prstGeom>
            <a:solidFill>
              <a:srgbClr val="D9D2C6"/>
            </a:solidFill>
            <a:ln w="9525">
              <a:solidFill>
                <a:srgbClr val="8A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" rIns="12700" tIns="0" bIns="0">
              <a:noAutofit/>
            </a:bodyPr>
            <a:lstStyle/>
            <a:p>
              <a:pPr algn="ctr"/>
              <a:r>
                <a:rPr sz="700" b="0">
                  <a:solidFill>
                    <a:srgbClr val="6B6155"/>
                  </a:solidFill>
                </a:rPr>
                <a:t>no art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radyak</a:t>
              </a:r>
            </a:p>
          </p:txBody>
        </p:sp>
      </p:grpSp>
      <p:grpSp>
        <p:nvGrpSpPr>
          <p:cNvPr id="55" name="CR:AlphaThrumbo"/>
          <p:cNvGrpSpPr/>
          <p:nvPr/>
        </p:nvGrpSpPr>
        <p:grpSpPr>
          <a:xfrm>
            <a:off x="694944" y="1627632"/>
            <a:ext cx="621792" cy="704088"/>
            <a:chOff x="694944" y="1627632"/>
            <a:chExt cx="621792" cy="704088"/>
          </a:xfrm>
        </p:grpSpPr>
        <p:pic>
          <p:nvPicPr>
            <p:cNvPr id="56" name="Picture 55" descr="AlphaThrumbo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31520" y="1627632"/>
              <a:ext cx="548640" cy="54864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694944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alpha thrumbo</a:t>
              </a:r>
            </a:p>
          </p:txBody>
        </p:sp>
      </p:grpSp>
      <p:sp>
        <p:nvSpPr>
          <p:cNvPr id="58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61" name="CR:AA_Locusts"/>
          <p:cNvGrpSpPr/>
          <p:nvPr/>
        </p:nvGrpSpPr>
        <p:grpSpPr>
          <a:xfrm>
            <a:off x="73152" y="2596896"/>
            <a:ext cx="621792" cy="704088"/>
            <a:chOff x="73152" y="2596896"/>
            <a:chExt cx="621792" cy="704088"/>
          </a:xfrm>
        </p:grpSpPr>
        <p:pic>
          <p:nvPicPr>
            <p:cNvPr id="62" name="Picture 61" descr="AA_Locusts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9728" y="2596896"/>
              <a:ext cx="548640" cy="54864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73152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locusts</a:t>
              </a:r>
            </a:p>
          </p:txBody>
        </p:sp>
      </p:grpSp>
      <p:sp>
        <p:nvSpPr>
          <p:cNvPr id="64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miasmic mangrove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miasmic mangrove</a:t>
            </a:r>
            <a:r>
              <a:rPr sz="1000">
                <a:solidFill>
                  <a:srgbClr val="A89A80"/>
                </a:solidFill>
              </a:rPr>
              <a:t>     16 creatures on this page of 16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(16 here)</a:t>
            </a:r>
          </a:p>
        </p:txBody>
      </p:sp>
      <p:grpSp>
        <p:nvGrpSpPr>
          <p:cNvPr id="7" name="CR:GRimStoneCrab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RimStoneCrab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Colorful stone crab</a:t>
              </a:r>
            </a:p>
          </p:txBody>
        </p:sp>
      </p:grpSp>
      <p:grpSp>
        <p:nvGrpSpPr>
          <p:cNvPr id="10" name="CR:BMT_AaroxisDendori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AaroxisDendori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aaroxis dendoria</a:t>
              </a:r>
            </a:p>
          </p:txBody>
        </p:sp>
      </p:grpSp>
      <p:grpSp>
        <p:nvGrpSpPr>
          <p:cNvPr id="13" name="CR:VFEI2_BlackSwarmling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VFEI2_BlackSwarmling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black swarmlings</a:t>
              </a:r>
            </a:p>
          </p:txBody>
        </p:sp>
      </p:grpSp>
      <p:grpSp>
        <p:nvGrpSpPr>
          <p:cNvPr id="16" name="CR:BMT_Gembug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Gembug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gembug</a:t>
              </a:r>
            </a:p>
          </p:txBody>
        </p:sp>
      </p:grpSp>
      <p:grpSp>
        <p:nvGrpSpPr>
          <p:cNvPr id="19" name="CR:AA_Swarmling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Swarmling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swarmling</a:t>
              </a:r>
            </a:p>
          </p:txBody>
        </p:sp>
      </p:grpSp>
      <p:grpSp>
        <p:nvGrpSpPr>
          <p:cNvPr id="22" name="CR:AA_Mantrap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A_Mantrap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mantrap</a:t>
              </a:r>
            </a:p>
          </p:txBody>
        </p:sp>
      </p:grpSp>
      <p:grpSp>
        <p:nvGrpSpPr>
          <p:cNvPr id="25" name="CR:AG_OcularSlinger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G_OcularSlinger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ocular slinger</a:t>
              </a:r>
            </a:p>
          </p:txBody>
        </p:sp>
      </p:grpSp>
      <p:grpSp>
        <p:nvGrpSpPr>
          <p:cNvPr id="28" name="CR:BMT_Molebea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BMT_Molebea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Molebear</a:t>
              </a:r>
            </a:p>
          </p:txBody>
        </p:sp>
      </p:grpSp>
      <p:grpSp>
        <p:nvGrpSpPr>
          <p:cNvPr id="31" name="CR:Anooba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nooba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anooba</a:t>
              </a:r>
            </a:p>
          </p:txBody>
        </p:sp>
      </p:grpSp>
      <p:grpSp>
        <p:nvGrpSpPr>
          <p:cNvPr id="34" name="CR:AA_RaptorShrimp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AA_RaptorShrimp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raptor shrimp</a:t>
              </a:r>
            </a:p>
          </p:txBody>
        </p:sp>
      </p:grpSp>
      <p:grpSp>
        <p:nvGrpSpPr>
          <p:cNvPr id="37" name="CR:AA_Thermadon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Thermadon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thermadon</a:t>
              </a:r>
            </a:p>
          </p:txBody>
        </p:sp>
      </p:grpSp>
      <p:grpSp>
        <p:nvGrpSpPr>
          <p:cNvPr id="40" name="CR:JRWProtosolpuga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JRWProtosolpuga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Protosolpuga</a:t>
              </a:r>
            </a:p>
          </p:txBody>
        </p:sp>
      </p:grpSp>
      <p:grpSp>
        <p:nvGrpSpPr>
          <p:cNvPr id="43" name="CR:VFEI2_BlackQueen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VFEI2_BlackQueen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black insectoid queen</a:t>
              </a:r>
            </a:p>
          </p:txBody>
        </p:sp>
      </p:grpSp>
      <p:grpSp>
        <p:nvGrpSpPr>
          <p:cNvPr id="46" name="CR:AA_Lockjaw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AA_Lockjaw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lockjaw</a:t>
              </a:r>
            </a:p>
          </p:txBody>
        </p:sp>
      </p:grpSp>
      <p:grpSp>
        <p:nvGrpSpPr>
          <p:cNvPr id="49" name="CR:AA_Helixien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AA_Helixien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helixien</a:t>
              </a:r>
            </a:p>
          </p:txBody>
        </p:sp>
      </p:grpSp>
      <p:grpSp>
        <p:nvGrpSpPr>
          <p:cNvPr id="52" name="CR:JRWGorgonops"/>
          <p:cNvGrpSpPr/>
          <p:nvPr/>
        </p:nvGrpSpPr>
        <p:grpSpPr>
          <a:xfrm>
            <a:off x="9400032" y="658368"/>
            <a:ext cx="621792" cy="704088"/>
            <a:chOff x="9400032" y="658368"/>
            <a:chExt cx="621792" cy="704088"/>
          </a:xfrm>
        </p:grpSpPr>
        <p:pic>
          <p:nvPicPr>
            <p:cNvPr id="53" name="Picture 52" descr="JRWGorgonops.112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436608" y="658368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940003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Gorgonops</a:t>
              </a:r>
            </a:p>
          </p:txBody>
        </p:sp>
      </p:grpSp>
      <p:sp>
        <p:nvSpPr>
          <p:cNvPr id="55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58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61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crystalline cavern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crystalline caverns</a:t>
            </a:r>
            <a:r>
              <a:rPr sz="1000">
                <a:solidFill>
                  <a:srgbClr val="A89A80"/>
                </a:solidFill>
              </a:rPr>
              <a:t>     15 creatures on this page of 15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(14 here)</a:t>
            </a:r>
          </a:p>
        </p:txBody>
      </p:sp>
      <p:grpSp>
        <p:nvGrpSpPr>
          <p:cNvPr id="7" name="CR:BMT_FreezerFro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FreezerFro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freezer frog</a:t>
              </a:r>
            </a:p>
          </p:txBody>
        </p:sp>
      </p:grpSp>
      <p:grpSp>
        <p:nvGrpSpPr>
          <p:cNvPr id="10" name="CR:BMT_Megakrill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Megakrill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megakrill</a:t>
              </a:r>
            </a:p>
          </p:txBody>
        </p:sp>
      </p:grpSp>
      <p:grpSp>
        <p:nvGrpSpPr>
          <p:cNvPr id="13" name="CR:GR_Spidersnak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GR_Spidersnake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spidersnake</a:t>
              </a:r>
            </a:p>
          </p:txBody>
        </p:sp>
      </p:grpSp>
      <p:grpSp>
        <p:nvGrpSpPr>
          <p:cNvPr id="16" name="CR:AA_Skyeel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Skyeel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arcturan sky eel</a:t>
              </a:r>
            </a:p>
          </p:txBody>
        </p:sp>
      </p:grpSp>
      <p:grpSp>
        <p:nvGrpSpPr>
          <p:cNvPr id="19" name="CR:GR_Chickenlizard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GR_Chickenlizard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chickenlizard</a:t>
              </a:r>
            </a:p>
          </p:txBody>
        </p:sp>
      </p:grpSp>
      <p:grpSp>
        <p:nvGrpSpPr>
          <p:cNvPr id="22" name="CR:AA_MegaLous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A_MegaLous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megalouse</a:t>
              </a:r>
            </a:p>
          </p:txBody>
        </p:sp>
      </p:grpSp>
      <p:grpSp>
        <p:nvGrpSpPr>
          <p:cNvPr id="25" name="CR:GR_ParagonIguana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GR_ParagonIguana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reptile paragon</a:t>
              </a:r>
            </a:p>
          </p:txBody>
        </p:sp>
      </p:grpSp>
      <p:grpSp>
        <p:nvGrpSpPr>
          <p:cNvPr id="28" name="CR:AA_Darkbeast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AA_Darkbeast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darkbeast</a:t>
              </a:r>
            </a:p>
          </p:txBody>
        </p:sp>
      </p:grpSp>
      <p:grpSp>
        <p:nvGrpSpPr>
          <p:cNvPr id="31" name="CR:AA_WindBeast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WindBeast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windbeast</a:t>
              </a:r>
            </a:p>
          </p:txBody>
        </p:sp>
      </p:grpSp>
      <p:grpSp>
        <p:nvGrpSpPr>
          <p:cNvPr id="34" name="CR:AA_AuroraSylph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AA_AuroraSylph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Aurora sylph</a:t>
              </a:r>
            </a:p>
          </p:txBody>
        </p:sp>
      </p:grpSp>
      <p:grpSp>
        <p:nvGrpSpPr>
          <p:cNvPr id="37" name="CR:GR_Muffalop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GR_Muffalop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muffalope</a:t>
              </a:r>
            </a:p>
          </p:txBody>
        </p:sp>
      </p:grpSp>
      <p:grpSp>
        <p:nvGrpSpPr>
          <p:cNvPr id="40" name="CR:AA_Ravage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AA_Ravage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ravager</a:t>
              </a:r>
            </a:p>
          </p:txBody>
        </p:sp>
      </p:grpSp>
      <p:grpSp>
        <p:nvGrpSpPr>
          <p:cNvPr id="43" name="CR:Gomphotaria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Gomphotaria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morrak</a:t>
              </a:r>
            </a:p>
          </p:txBody>
        </p:sp>
      </p:grpSp>
      <p:grpSp>
        <p:nvGrpSpPr>
          <p:cNvPr id="46" name="CR:GR_Thrumffalo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GR_Thrumffalo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thrumffalo</a:t>
              </a:r>
            </a:p>
          </p:txBody>
        </p:sp>
      </p:grpSp>
      <p:sp>
        <p:nvSpPr>
          <p:cNvPr id="49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52" name="CR:AA_Slurrypede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53" name="Picture 52" descr="AA_Slurrypede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slurrypede</a:t>
              </a:r>
            </a:p>
          </p:txBody>
        </p:sp>
      </p:grpSp>
      <p:sp>
        <p:nvSpPr>
          <p:cNvPr id="55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58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wastelan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wasteland</a:t>
            </a:r>
            <a:r>
              <a:rPr sz="1000">
                <a:solidFill>
                  <a:srgbClr val="A89A80"/>
                </a:solidFill>
              </a:rPr>
              <a:t>     15 creatures on this page of 15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(15 here)</a:t>
            </a:r>
          </a:p>
        </p:txBody>
      </p:sp>
      <p:grpSp>
        <p:nvGrpSpPr>
          <p:cNvPr id="7" name="CR:AA_Eyelin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Eyelin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ikee</a:t>
              </a:r>
            </a:p>
          </p:txBody>
        </p:sp>
      </p:grpSp>
      <p:grpSp>
        <p:nvGrpSpPr>
          <p:cNvPr id="10" name="CR:DA_RedhornedLarpah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DA_RedhornedLarpah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red-horned larpah</a:t>
              </a:r>
            </a:p>
          </p:txBody>
        </p:sp>
      </p:grpSp>
      <p:grpSp>
        <p:nvGrpSpPr>
          <p:cNvPr id="13" name="CR:BMT_Maligoa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Maligoa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maligoat</a:t>
              </a:r>
            </a:p>
          </p:txBody>
        </p:sp>
      </p:grpSp>
      <p:grpSp>
        <p:nvGrpSpPr>
          <p:cNvPr id="16" name="CR:AA_Terramorph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Terramorph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terramorph</a:t>
              </a:r>
            </a:p>
          </p:txBody>
        </p:sp>
      </p:grpSp>
      <p:grpSp>
        <p:nvGrpSpPr>
          <p:cNvPr id="19" name="CR:GR_Bearhors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GR_Bearhorse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bearhorse</a:t>
              </a:r>
            </a:p>
          </p:txBody>
        </p:sp>
      </p:grpSp>
      <p:grpSp>
        <p:nvGrpSpPr>
          <p:cNvPr id="22" name="CR:AA_Skiphound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A_Skiphound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skiphound</a:t>
              </a:r>
            </a:p>
          </p:txBody>
        </p:sp>
      </p:grpSp>
      <p:grpSp>
        <p:nvGrpSpPr>
          <p:cNvPr id="25" name="CR:AA_ColossalAerofleet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A_ColossalAerofleet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colossal aerofleet</a:t>
              </a:r>
            </a:p>
          </p:txBody>
        </p:sp>
      </p:grpSp>
      <p:grpSp>
        <p:nvGrpSpPr>
          <p:cNvPr id="28" name="CR:GR_Bearscarab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R_Bearscarab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bearscarab</a:t>
              </a:r>
            </a:p>
          </p:txBody>
        </p:sp>
      </p:grpSp>
      <p:grpSp>
        <p:nvGrpSpPr>
          <p:cNvPr id="31" name="CR:AA_EmpressButterfly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EmpressButterfly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Empress butterfly</a:t>
              </a:r>
            </a:p>
          </p:txBody>
        </p:sp>
      </p:grpSp>
      <p:grpSp>
        <p:nvGrpSpPr>
          <p:cNvPr id="34" name="CR:GR_Bearcat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GR_Bearcat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bearcat</a:t>
              </a:r>
            </a:p>
          </p:txBody>
        </p:sp>
      </p:grpSp>
      <p:grpSp>
        <p:nvGrpSpPr>
          <p:cNvPr id="37" name="CR:GR_Thrumbocat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GR_Thrumbocat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thrumbocat</a:t>
              </a:r>
            </a:p>
          </p:txBody>
        </p:sp>
      </p:grpSp>
      <p:grpSp>
        <p:nvGrpSpPr>
          <p:cNvPr id="40" name="CR:GR_Spiderhorse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GR_Spiderhorse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spiderhorse</a:t>
              </a:r>
            </a:p>
          </p:txBody>
        </p:sp>
      </p:grpSp>
      <p:grpSp>
        <p:nvGrpSpPr>
          <p:cNvPr id="43" name="CR:AA_GreatDevourer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AA_GreatDevourer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great devourer</a:t>
              </a:r>
            </a:p>
          </p:txBody>
        </p:sp>
      </p:grpSp>
      <p:grpSp>
        <p:nvGrpSpPr>
          <p:cNvPr id="46" name="CR:AA_Atispec"/>
          <p:cNvGrpSpPr/>
          <p:nvPr/>
        </p:nvGrpSpPr>
        <p:grpSpPr>
          <a:xfrm>
            <a:off x="8156448" y="658368"/>
            <a:ext cx="621792" cy="704088"/>
            <a:chOff x="8156448" y="658368"/>
            <a:chExt cx="621792" cy="704088"/>
          </a:xfrm>
        </p:grpSpPr>
        <p:pic>
          <p:nvPicPr>
            <p:cNvPr id="47" name="Picture 46" descr="AA_Atispec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93024" y="658368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815644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atispec</a:t>
              </a:r>
            </a:p>
          </p:txBody>
        </p:sp>
      </p:grpSp>
      <p:grpSp>
        <p:nvGrpSpPr>
          <p:cNvPr id="49" name="CR:Aiwha"/>
          <p:cNvGrpSpPr/>
          <p:nvPr/>
        </p:nvGrpSpPr>
        <p:grpSpPr>
          <a:xfrm>
            <a:off x="8778240" y="658368"/>
            <a:ext cx="621792" cy="704088"/>
            <a:chOff x="8778240" y="658368"/>
            <a:chExt cx="621792" cy="704088"/>
          </a:xfrm>
        </p:grpSpPr>
        <p:pic>
          <p:nvPicPr>
            <p:cNvPr id="50" name="Picture 49" descr="Aiwha.112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814816" y="658368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877824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aiwha</a:t>
              </a:r>
            </a:p>
          </p:txBody>
        </p:sp>
      </p:grpSp>
      <p:sp>
        <p:nvSpPr>
          <p:cNvPr id="52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55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58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volcano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volcano</a:t>
            </a:r>
            <a:r>
              <a:rPr sz="1000">
                <a:solidFill>
                  <a:srgbClr val="A89A80"/>
                </a:solidFill>
              </a:rPr>
              <a:t>     14 creatures on this page of 14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(13 here)</a:t>
            </a:r>
          </a:p>
        </p:txBody>
      </p:sp>
      <p:grpSp>
        <p:nvGrpSpPr>
          <p:cNvPr id="7" name="CR:Pikobis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Pikobis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pikobis</a:t>
              </a:r>
            </a:p>
          </p:txBody>
        </p:sp>
      </p:grpSp>
      <p:grpSp>
        <p:nvGrpSpPr>
          <p:cNvPr id="10" name="CR:BMT_Xyrio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Xyrio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xyrion</a:t>
              </a:r>
            </a:p>
          </p:txBody>
        </p:sp>
      </p:grpSp>
      <p:grpSp>
        <p:nvGrpSpPr>
          <p:cNvPr id="13" name="CR:BMT_ShimmershellSnail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ShimmershellSnail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shimmershell snail</a:t>
              </a:r>
            </a:p>
          </p:txBody>
        </p:sp>
      </p:grpSp>
      <p:grpSp>
        <p:nvGrpSpPr>
          <p:cNvPr id="16" name="CR:AA_RipperHound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RipperHound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ripper hound</a:t>
              </a:r>
            </a:p>
          </p:txBody>
        </p:sp>
      </p:grpSp>
      <p:grpSp>
        <p:nvGrpSpPr>
          <p:cNvPr id="19" name="CR:AA_Thunderbeast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Thunderbeas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thunderbeast</a:t>
              </a:r>
            </a:p>
          </p:txBody>
        </p:sp>
      </p:grpSp>
      <p:grpSp>
        <p:nvGrpSpPr>
          <p:cNvPr id="22" name="CR:BMT_Megaba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Megaba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megabat</a:t>
              </a:r>
            </a:p>
          </p:txBody>
        </p:sp>
      </p:grpSp>
      <p:grpSp>
        <p:nvGrpSpPr>
          <p:cNvPr id="25" name="CR:ERN_Amaro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ERN_Amaro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amaro</a:t>
              </a:r>
            </a:p>
          </p:txBody>
        </p:sp>
      </p:grpSp>
      <p:grpSp>
        <p:nvGrpSpPr>
          <p:cNvPr id="28" name="CR:GR_Wolfhorse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R_Wolfhorse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wolfhorse</a:t>
              </a:r>
            </a:p>
          </p:txBody>
        </p:sp>
      </p:grpSp>
      <p:grpSp>
        <p:nvGrpSpPr>
          <p:cNvPr id="31" name="CR:BMT_GiantSnail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BMT_GiantSnail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giant snail</a:t>
              </a:r>
            </a:p>
          </p:txBody>
        </p:sp>
      </p:grpSp>
      <p:grpSp>
        <p:nvGrpSpPr>
          <p:cNvPr id="34" name="CR:BMT_SludgeCrawler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BMT_SludgeCrawler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sludgecrawler</a:t>
              </a:r>
            </a:p>
          </p:txBody>
        </p:sp>
      </p:grpSp>
      <p:grpSp>
        <p:nvGrpSpPr>
          <p:cNvPr id="37" name="CR:AA_IronhuskBeetle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IronhuskBeetle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ironhusk beetle</a:t>
              </a:r>
            </a:p>
          </p:txBody>
        </p:sp>
      </p:grpSp>
      <p:grpSp>
        <p:nvGrpSpPr>
          <p:cNvPr id="40" name="CR:Skalder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Skalder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skalder</a:t>
              </a:r>
            </a:p>
          </p:txBody>
        </p:sp>
      </p:grpSp>
      <p:grpSp>
        <p:nvGrpSpPr>
          <p:cNvPr id="43" name="CR:Tukata"/>
          <p:cNvGrpSpPr/>
          <p:nvPr/>
        </p:nvGrpSpPr>
        <p:grpSpPr>
          <a:xfrm>
            <a:off x="7534656" y="658368"/>
            <a:ext cx="621792" cy="704088"/>
            <a:chOff x="7534656" y="658368"/>
            <a:chExt cx="621792" cy="704088"/>
          </a:xfrm>
        </p:grpSpPr>
        <p:pic>
          <p:nvPicPr>
            <p:cNvPr id="44" name="Picture 43" descr="Tukata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571232" y="658368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53465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tuk'ata</a:t>
              </a:r>
            </a:p>
          </p:txBody>
        </p:sp>
      </p:grpSp>
      <p:sp>
        <p:nvSpPr>
          <p:cNvPr id="46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49" name="CR:ChrysalideRancor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50" name="Picture 49" descr="ChrysalideRancor.112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chrysalide rancor</a:t>
              </a:r>
            </a:p>
          </p:txBody>
        </p:sp>
      </p:grpSp>
      <p:sp>
        <p:nvSpPr>
          <p:cNvPr id="52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55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pyroclastic conflagration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pyroclastic conflagration</a:t>
            </a:r>
            <a:r>
              <a:rPr sz="1000">
                <a:solidFill>
                  <a:srgbClr val="A89A80"/>
                </a:solidFill>
              </a:rPr>
              <a:t>     13 creatures on this page of 13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(12 here)</a:t>
            </a:r>
          </a:p>
        </p:txBody>
      </p:sp>
      <p:grpSp>
        <p:nvGrpSpPr>
          <p:cNvPr id="7" name="CR:BMT_SmogMothLarva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SmogMothLarva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smog caterpillar</a:t>
              </a:r>
            </a:p>
          </p:txBody>
        </p:sp>
      </p:grpSp>
      <p:grpSp>
        <p:nvGrpSpPr>
          <p:cNvPr id="10" name="CR:BMT_MutatingTumorfishSpaw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MutatingTumorfishSpaw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mutating tumorfish spawn</a:t>
              </a:r>
            </a:p>
          </p:txBody>
        </p:sp>
      </p:grpSp>
      <p:grpSp>
        <p:nvGrpSpPr>
          <p:cNvPr id="13" name="CR:Megascarab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Megascarab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megascarab</a:t>
              </a:r>
            </a:p>
          </p:txBody>
        </p:sp>
      </p:grpSp>
      <p:grpSp>
        <p:nvGrpSpPr>
          <p:cNvPr id="16" name="CR:Spelopede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Spelopede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spelopede</a:t>
              </a:r>
            </a:p>
          </p:txBody>
        </p:sp>
      </p:grpSp>
      <p:grpSp>
        <p:nvGrpSpPr>
          <p:cNvPr id="19" name="CR:BMT_FacetMoth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FacetMoth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facet moth</a:t>
              </a:r>
            </a:p>
          </p:txBody>
        </p:sp>
      </p:grpSp>
      <p:grpSp>
        <p:nvGrpSpPr>
          <p:cNvPr id="22" name="CR:DA_Phrak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DA_Phrak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phrak</a:t>
              </a:r>
            </a:p>
          </p:txBody>
        </p:sp>
      </p:grpSp>
      <p:grpSp>
        <p:nvGrpSpPr>
          <p:cNvPr id="25" name="CR:AA_FireWasp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A_FireWasp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fire wasp</a:t>
              </a:r>
            </a:p>
          </p:txBody>
        </p:sp>
      </p:grpSp>
      <p:grpSp>
        <p:nvGrpSpPr>
          <p:cNvPr id="28" name="CR:Megaspider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Megaspider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megaspider</a:t>
              </a:r>
            </a:p>
          </p:txBody>
        </p:sp>
      </p:grpSp>
      <p:grpSp>
        <p:nvGrpSpPr>
          <p:cNvPr id="31" name="CR:AA_RayHound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RayHound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ray-hound</a:t>
              </a:r>
            </a:p>
          </p:txBody>
        </p:sp>
      </p:grpSp>
      <p:grpSp>
        <p:nvGrpSpPr>
          <p:cNvPr id="34" name="CR:BI_Queen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BI_Queen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queen</a:t>
              </a:r>
            </a:p>
          </p:txBody>
        </p:sp>
      </p:grpSp>
      <p:grpSp>
        <p:nvGrpSpPr>
          <p:cNvPr id="37" name="CR:AA_SpinedGow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SpinedGow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spined gow</a:t>
              </a:r>
            </a:p>
          </p:txBody>
        </p:sp>
      </p:grpSp>
      <p:grpSp>
        <p:nvGrpSpPr>
          <p:cNvPr id="40" name="CR:Roggwart"/>
          <p:cNvGrpSpPr/>
          <p:nvPr/>
        </p:nvGrpSpPr>
        <p:grpSpPr>
          <a:xfrm>
            <a:off x="6912864" y="658368"/>
            <a:ext cx="621792" cy="704088"/>
            <a:chOff x="6912864" y="658368"/>
            <a:chExt cx="621792" cy="704088"/>
          </a:xfrm>
        </p:grpSpPr>
        <p:pic>
          <p:nvPicPr>
            <p:cNvPr id="41" name="Picture 40" descr="Roggwart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9440" y="658368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1286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roggwart</a:t>
              </a:r>
            </a:p>
          </p:txBody>
        </p:sp>
      </p:grpSp>
      <p:sp>
        <p:nvSpPr>
          <p:cNvPr id="4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46" name="CR:JungleRancor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47" name="Picture 46" descr="JungleRancor.112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Jungle Rancor</a:t>
              </a:r>
            </a:p>
          </p:txBody>
        </p:sp>
      </p:grpSp>
      <p:sp>
        <p:nvSpPr>
          <p:cNvPr id="49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52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mycotic jungle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mycotic jungle</a:t>
            </a:r>
            <a:r>
              <a:rPr sz="1000">
                <a:solidFill>
                  <a:srgbClr val="A89A80"/>
                </a:solidFill>
              </a:rPr>
              <a:t>     12 creatures on this page of 12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(11 here)</a:t>
            </a:r>
          </a:p>
        </p:txBody>
      </p:sp>
      <p:grpSp>
        <p:nvGrpSpPr>
          <p:cNvPr id="7" name="CR:Strill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Strill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strill</a:t>
              </a:r>
            </a:p>
          </p:txBody>
        </p:sp>
      </p:grpSp>
      <p:grpSp>
        <p:nvGrpSpPr>
          <p:cNvPr id="10" name="CR:FeralNerf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FeralNerf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feral nerf</a:t>
              </a:r>
            </a:p>
          </p:txBody>
        </p:sp>
      </p:grpSp>
      <p:grpSp>
        <p:nvGrpSpPr>
          <p:cNvPr id="13" name="CR:BMT_BeardedYak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BeardedYak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bearded yak</a:t>
              </a:r>
            </a:p>
          </p:txBody>
        </p:sp>
      </p:grpSp>
      <p:grpSp>
        <p:nvGrpSpPr>
          <p:cNvPr id="16" name="CR:BMT_SilverSheep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SilverSheep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silver sheep</a:t>
              </a:r>
            </a:p>
          </p:txBody>
        </p:sp>
      </p:grpSp>
      <p:grpSp>
        <p:nvGrpSpPr>
          <p:cNvPr id="19" name="CR:Grazer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Grazer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grazer</a:t>
              </a:r>
            </a:p>
          </p:txBody>
        </p:sp>
      </p:grpSp>
      <p:grpSp>
        <p:nvGrpSpPr>
          <p:cNvPr id="22" name="CR:GR_ParagonMuffalo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GR_ParagonMuffalo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muffalo paragon</a:t>
              </a:r>
            </a:p>
          </p:txBody>
        </p:sp>
      </p:grpSp>
      <p:grpSp>
        <p:nvGrpSpPr>
          <p:cNvPr id="25" name="CR:GR_Thrumbalope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GR_Thrumbalope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thrumbalope</a:t>
              </a:r>
            </a:p>
          </p:txBody>
        </p:sp>
      </p:grpSp>
      <p:grpSp>
        <p:nvGrpSpPr>
          <p:cNvPr id="28" name="CR:HiveQueen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HiveQueen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hive queen</a:t>
              </a:r>
            </a:p>
          </p:txBody>
        </p:sp>
      </p:grpSp>
      <p:grpSp>
        <p:nvGrpSpPr>
          <p:cNvPr id="31" name="CR:AA_Gallatross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AA_Gallatross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gallatross</a:t>
              </a:r>
            </a:p>
          </p:txBody>
        </p:sp>
      </p:grpSp>
      <p:grpSp>
        <p:nvGrpSpPr>
          <p:cNvPr id="34" name="CR:GR_Thrumborat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GR_Thrumborat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thrumborat</a:t>
              </a:r>
            </a:p>
          </p:txBody>
        </p:sp>
      </p:grpSp>
      <p:grpSp>
        <p:nvGrpSpPr>
          <p:cNvPr id="37" name="CR:GR_Thrumbochicken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GR_Thrumbochicken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thrumbochicken</a:t>
              </a:r>
            </a:p>
          </p:txBody>
        </p:sp>
      </p:grpSp>
      <p:sp>
        <p:nvSpPr>
          <p:cNvPr id="4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43" name="CR:AA_MycoidColossus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44" name="Picture 43" descr="AA_MycoidColossus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mycoid colossus</a:t>
              </a:r>
            </a:p>
          </p:txBody>
        </p:sp>
      </p:grpSp>
      <p:sp>
        <p:nvSpPr>
          <p:cNvPr id="4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4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stormy savanna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stormy savanna</a:t>
            </a:r>
            <a:r>
              <a:rPr sz="1000">
                <a:solidFill>
                  <a:srgbClr val="A89A80"/>
                </a:solidFill>
              </a:rPr>
              <a:t>     12 creatures on this page of 12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(11 here)</a:t>
            </a:r>
          </a:p>
        </p:txBody>
      </p:sp>
      <p:grpSp>
        <p:nvGrpSpPr>
          <p:cNvPr id="7" name="CR:AA_Cactipin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Cactipin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cactipine</a:t>
              </a:r>
            </a:p>
          </p:txBody>
        </p:sp>
      </p:grpSp>
      <p:grpSp>
        <p:nvGrpSpPr>
          <p:cNvPr id="10" name="CR:AA_AngelMothLarv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AA_AngelMothLarv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angel moth larva</a:t>
              </a:r>
            </a:p>
          </p:txBody>
        </p:sp>
      </p:grpSp>
      <p:grpSp>
        <p:nvGrpSpPr>
          <p:cNvPr id="13" name="CR:BMT_Sacapillar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Sacapillar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sacapillar</a:t>
              </a:r>
            </a:p>
          </p:txBody>
        </p:sp>
      </p:grpSp>
      <p:grpSp>
        <p:nvGrpSpPr>
          <p:cNvPr id="16" name="CR:Boarwolf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oarwolf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Boar-wolf</a:t>
              </a:r>
            </a:p>
          </p:txBody>
        </p:sp>
      </p:grpSp>
      <p:grpSp>
        <p:nvGrpSpPr>
          <p:cNvPr id="19" name="CR:GR_Bearodil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GR_Bearodile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bearodile</a:t>
              </a:r>
            </a:p>
          </p:txBody>
        </p:sp>
      </p:grpSp>
      <p:grpSp>
        <p:nvGrpSpPr>
          <p:cNvPr id="22" name="CR:Dinocrocuta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Dinocrocuta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dinocrocuta</a:t>
              </a:r>
            </a:p>
          </p:txBody>
        </p:sp>
      </p:grpSp>
      <p:grpSp>
        <p:nvGrpSpPr>
          <p:cNvPr id="25" name="CR:Macrauchenia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Macrauchenia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macrauchenia</a:t>
              </a:r>
            </a:p>
          </p:txBody>
        </p:sp>
      </p:grpSp>
      <p:grpSp>
        <p:nvGrpSpPr>
          <p:cNvPr id="28" name="CR:GR_Mantistanis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R_Mantistanis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mantistanis</a:t>
              </a:r>
            </a:p>
          </p:txBody>
        </p:sp>
      </p:grpSp>
      <p:grpSp>
        <p:nvGrpSpPr>
          <p:cNvPr id="31" name="CR:JRWIschigualastia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JRWIschigualastia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Ischigualastia</a:t>
              </a:r>
            </a:p>
          </p:txBody>
        </p:sp>
      </p:grpSp>
      <p:grpSp>
        <p:nvGrpSpPr>
          <p:cNvPr id="34" name="CR:Uintatherium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Uintatherium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uintatherium</a:t>
              </a:r>
            </a:p>
          </p:txBody>
        </p:sp>
      </p:grpSp>
      <p:grpSp>
        <p:nvGrpSpPr>
          <p:cNvPr id="37" name="CR:JRWBrachytrachelopan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JRWBrachytrachelopan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Brachytrachelopan</a:t>
              </a:r>
            </a:p>
          </p:txBody>
        </p:sp>
      </p:grpSp>
      <p:sp>
        <p:nvSpPr>
          <p:cNvPr id="4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43" name="CR:Sivatherium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44" name="Picture 43" descr="Sivatherium.112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sivatherium </a:t>
              </a:r>
            </a:p>
          </p:txBody>
        </p:sp>
      </p:grpSp>
      <p:sp>
        <p:nvSpPr>
          <p:cNvPr id="4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4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Cypre Jungle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Cypre Jungle</a:t>
            </a:r>
            <a:r>
              <a:rPr sz="1000">
                <a:solidFill>
                  <a:srgbClr val="A89A80"/>
                </a:solidFill>
              </a:rPr>
              <a:t>     11 creatures on this page of 11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(11 here)</a:t>
            </a:r>
          </a:p>
        </p:txBody>
      </p:sp>
      <p:grpSp>
        <p:nvGrpSpPr>
          <p:cNvPr id="7" name="CR:Gizka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izka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gizka</a:t>
              </a:r>
            </a:p>
          </p:txBody>
        </p:sp>
      </p:grpSp>
      <p:grpSp>
        <p:nvGrpSpPr>
          <p:cNvPr id="10" name="CR:BMT_SonarRabbit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SonarRabbit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sonar rabbit</a:t>
              </a:r>
            </a:p>
          </p:txBody>
        </p:sp>
      </p:grpSp>
      <p:grpSp>
        <p:nvGrpSpPr>
          <p:cNvPr id="13" name="CR:VFEI2_Swarmling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VFEI2_Swarmling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swarmlings</a:t>
              </a:r>
            </a:p>
          </p:txBody>
        </p:sp>
      </p:grpSp>
      <p:grpSp>
        <p:nvGrpSpPr>
          <p:cNvPr id="16" name="CR:Worrt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Worrt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worrt</a:t>
              </a:r>
            </a:p>
          </p:txBody>
        </p:sp>
      </p:grpSp>
      <p:grpSp>
        <p:nvGrpSpPr>
          <p:cNvPr id="19" name="CR:BMT_Diggerped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Diggerpede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diggerpede</a:t>
              </a:r>
            </a:p>
          </p:txBody>
        </p:sp>
      </p:grpSp>
      <p:grpSp>
        <p:nvGrpSpPr>
          <p:cNvPr id="22" name="CR:AA_Needlepos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A_Needlepos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needlepost</a:t>
              </a:r>
            </a:p>
          </p:txBody>
        </p:sp>
      </p:grpSp>
      <p:grpSp>
        <p:nvGrpSpPr>
          <p:cNvPr id="25" name="CR:BMT_LandOctopus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LandOctopus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terrestrial octopus</a:t>
              </a:r>
            </a:p>
          </p:txBody>
        </p:sp>
      </p:grpSp>
      <p:grpSp>
        <p:nvGrpSpPr>
          <p:cNvPr id="28" name="CR:GR_Boomcat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R_Boomcat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boomcat</a:t>
              </a:r>
            </a:p>
          </p:txBody>
        </p:sp>
      </p:grpSp>
      <p:grpSp>
        <p:nvGrpSpPr>
          <p:cNvPr id="31" name="CR:Hawkbat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Hawkbat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hawk-bat</a:t>
              </a:r>
            </a:p>
          </p:txBody>
        </p:sp>
      </p:grpSp>
      <p:grpSp>
        <p:nvGrpSpPr>
          <p:cNvPr id="34" name="CR:AA_Razorjack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AA_Razorjack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razorjack</a:t>
              </a:r>
            </a:p>
          </p:txBody>
        </p:sp>
      </p:grpSp>
      <p:grpSp>
        <p:nvGrpSpPr>
          <p:cNvPr id="37" name="CR:AA_BloodShrimp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AA_BloodShrimp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blood shrimp</a:t>
              </a:r>
            </a:p>
          </p:txBody>
        </p:sp>
      </p:grpSp>
      <p:sp>
        <p:nvSpPr>
          <p:cNvPr id="4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43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46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desert oasi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desert oasis</a:t>
            </a:r>
            <a:r>
              <a:rPr sz="1000">
                <a:solidFill>
                  <a:srgbClr val="A89A80"/>
                </a:solidFill>
              </a:rPr>
              <a:t>     11 creatures on this page of 11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(11 here)</a:t>
            </a:r>
          </a:p>
        </p:txBody>
      </p:sp>
      <p:grpSp>
        <p:nvGrpSpPr>
          <p:cNvPr id="7" name="CR:BMT_Polluwo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Polluwo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polluwog</a:t>
              </a:r>
            </a:p>
          </p:txBody>
        </p:sp>
      </p:grpSp>
      <p:grpSp>
        <p:nvGrpSpPr>
          <p:cNvPr id="10" name="CR:BMT_TaintedTurtl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TaintedTurtl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tainted turtle</a:t>
              </a:r>
            </a:p>
          </p:txBody>
        </p:sp>
      </p:grpSp>
      <p:grpSp>
        <p:nvGrpSpPr>
          <p:cNvPr id="13" name="CR:BMT_Batbird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Batbird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batbird</a:t>
              </a:r>
            </a:p>
          </p:txBody>
        </p:sp>
      </p:grpSp>
      <p:grpSp>
        <p:nvGrpSpPr>
          <p:cNvPr id="16" name="CR:BMT_MutatingTumorfishAdult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MutatingTumorfishAdult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mutating tumorfish</a:t>
              </a:r>
            </a:p>
          </p:txBody>
        </p:sp>
      </p:grpSp>
      <p:grpSp>
        <p:nvGrpSpPr>
          <p:cNvPr id="19" name="CR:AA_FissionMous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FissionMouseThird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fission mouse</a:t>
              </a:r>
            </a:p>
          </p:txBody>
        </p:sp>
      </p:grpSp>
      <p:grpSp>
        <p:nvGrpSpPr>
          <p:cNvPr id="22" name="CR:BMT_CaveCricket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CaveCricket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cave cricket</a:t>
              </a:r>
            </a:p>
          </p:txBody>
        </p:sp>
      </p:grpSp>
      <p:grpSp>
        <p:nvGrpSpPr>
          <p:cNvPr id="25" name="CR:AA_Plasmorph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A_Plasmorph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plasmorph</a:t>
              </a:r>
            </a:p>
          </p:txBody>
        </p:sp>
      </p:grpSp>
      <p:grpSp>
        <p:nvGrpSpPr>
          <p:cNvPr id="28" name="CR:GR_Manscarab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GR_Manscarab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manscarab</a:t>
              </a:r>
            </a:p>
          </p:txBody>
        </p:sp>
      </p:grpSp>
      <p:grpSp>
        <p:nvGrpSpPr>
          <p:cNvPr id="31" name="CR:BMT_FungalMantis"/>
          <p:cNvGrpSpPr/>
          <p:nvPr/>
        </p:nvGrpSpPr>
        <p:grpSpPr>
          <a:xfrm>
            <a:off x="5047488" y="658368"/>
            <a:ext cx="621792" cy="704088"/>
            <a:chOff x="5047488" y="658368"/>
            <a:chExt cx="621792" cy="704088"/>
          </a:xfrm>
        </p:grpSpPr>
        <p:pic>
          <p:nvPicPr>
            <p:cNvPr id="32" name="Picture 31" descr="BMT_FungalMantis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4064" y="658368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04748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fungal mimic mantis</a:t>
              </a:r>
            </a:p>
          </p:txBody>
        </p:sp>
      </p:grpSp>
      <p:grpSp>
        <p:nvGrpSpPr>
          <p:cNvPr id="34" name="CR:EnergySpider"/>
          <p:cNvGrpSpPr/>
          <p:nvPr/>
        </p:nvGrpSpPr>
        <p:grpSpPr>
          <a:xfrm>
            <a:off x="5669280" y="658368"/>
            <a:ext cx="621792" cy="704088"/>
            <a:chOff x="5669280" y="658368"/>
            <a:chExt cx="621792" cy="704088"/>
          </a:xfrm>
        </p:grpSpPr>
        <p:pic>
          <p:nvPicPr>
            <p:cNvPr id="35" name="Picture 34" descr="EnergySpider.112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5856" y="658368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66928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energy spider</a:t>
              </a:r>
            </a:p>
          </p:txBody>
        </p:sp>
      </p:grpSp>
      <p:grpSp>
        <p:nvGrpSpPr>
          <p:cNvPr id="37" name="CR:MA_Narkospider"/>
          <p:cNvGrpSpPr/>
          <p:nvPr/>
        </p:nvGrpSpPr>
        <p:grpSpPr>
          <a:xfrm>
            <a:off x="6291072" y="658368"/>
            <a:ext cx="621792" cy="704088"/>
            <a:chOff x="6291072" y="658368"/>
            <a:chExt cx="621792" cy="704088"/>
          </a:xfrm>
        </p:grpSpPr>
        <p:pic>
          <p:nvPicPr>
            <p:cNvPr id="38" name="Picture 37" descr="MA_Narkospider.112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27648" y="658368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629107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narkospider</a:t>
              </a:r>
            </a:p>
          </p:txBody>
        </p:sp>
      </p:grpSp>
      <p:sp>
        <p:nvSpPr>
          <p:cNvPr id="4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43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46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undra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tundra</a:t>
            </a:r>
            <a:r>
              <a:rPr sz="1000">
                <a:solidFill>
                  <a:srgbClr val="A89A80"/>
                </a:solidFill>
              </a:rPr>
              <a:t>     10 creatures on this page of 10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 here)</a:t>
            </a:r>
          </a:p>
        </p:txBody>
      </p:sp>
      <p:grpSp>
        <p:nvGrpSpPr>
          <p:cNvPr id="7" name="CR:Ibex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Ibex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ibex</a:t>
              </a:r>
            </a:p>
          </p:txBody>
        </p:sp>
      </p:grpSp>
      <p:grpSp>
        <p:nvGrpSpPr>
          <p:cNvPr id="10" name="CR:AA_ChameleonYak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AA_ChameleonYak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chameleon yak</a:t>
              </a:r>
            </a:p>
          </p:txBody>
        </p:sp>
      </p:grpSp>
      <p:grpSp>
        <p:nvGrpSpPr>
          <p:cNvPr id="13" name="CR:Manka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Manka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manka</a:t>
              </a:r>
            </a:p>
          </p:txBody>
        </p:sp>
      </p:grpSp>
      <p:grpSp>
        <p:nvGrpSpPr>
          <p:cNvPr id="16" name="CR:Bantha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antha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bantha</a:t>
              </a:r>
            </a:p>
          </p:txBody>
        </p:sp>
      </p:grpSp>
      <p:grpSp>
        <p:nvGrpSpPr>
          <p:cNvPr id="19" name="CR:Elk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Elk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elk</a:t>
              </a:r>
            </a:p>
          </p:txBody>
        </p:sp>
      </p:grpSp>
      <p:grpSp>
        <p:nvGrpSpPr>
          <p:cNvPr id="22" name="CR:DA_Crestel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DA_Crestel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crestel</a:t>
              </a:r>
            </a:p>
          </p:txBody>
        </p:sp>
      </p:grpSp>
      <p:grpSp>
        <p:nvGrpSpPr>
          <p:cNvPr id="25" name="CR:MA_Aminox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MA_Aminox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aminox</a:t>
              </a:r>
            </a:p>
          </p:txBody>
        </p:sp>
      </p:grpSp>
      <p:sp>
        <p:nvSpPr>
          <p:cNvPr id="28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31" name="CR:Caribou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32" name="Picture 31" descr="Caribou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caribou</a:t>
              </a:r>
            </a:p>
          </p:txBody>
        </p:sp>
      </p:grpSp>
      <p:sp>
        <p:nvSpPr>
          <p:cNvPr id="3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(2 here)</a:t>
            </a:r>
          </a:p>
        </p:txBody>
      </p:sp>
      <p:grpSp>
        <p:nvGrpSpPr>
          <p:cNvPr id="37" name="CR:Hare"/>
          <p:cNvGrpSpPr/>
          <p:nvPr/>
        </p:nvGrpSpPr>
        <p:grpSpPr>
          <a:xfrm>
            <a:off x="73152" y="2596896"/>
            <a:ext cx="621792" cy="704088"/>
            <a:chOff x="73152" y="2596896"/>
            <a:chExt cx="621792" cy="704088"/>
          </a:xfrm>
        </p:grpSpPr>
        <p:pic>
          <p:nvPicPr>
            <p:cNvPr id="38" name="Picture 37" descr="Hare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728" y="2596896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73152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hare</a:t>
              </a:r>
            </a:p>
          </p:txBody>
        </p:sp>
      </p:grpSp>
      <p:grpSp>
        <p:nvGrpSpPr>
          <p:cNvPr id="40" name="CR:Snowhare"/>
          <p:cNvGrpSpPr/>
          <p:nvPr/>
        </p:nvGrpSpPr>
        <p:grpSpPr>
          <a:xfrm>
            <a:off x="694944" y="2596896"/>
            <a:ext cx="621792" cy="704088"/>
            <a:chOff x="694944" y="2596896"/>
            <a:chExt cx="621792" cy="704088"/>
          </a:xfrm>
        </p:grpSpPr>
        <p:pic>
          <p:nvPicPr>
            <p:cNvPr id="41" name="Picture 40" descr="Hare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1520" y="2596896"/>
              <a:ext cx="548640" cy="54864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694944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snowhare</a:t>
              </a:r>
            </a:p>
          </p:txBody>
        </p:sp>
      </p:grpSp>
      <p:sp>
        <p:nvSpPr>
          <p:cNvPr id="43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rasslan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grassland</a:t>
            </a:r>
            <a:r>
              <a:rPr sz="1000">
                <a:solidFill>
                  <a:srgbClr val="A89A80"/>
                </a:solidFill>
              </a:rPr>
              <a:t>     9 creatures on this page of 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 here)</a:t>
            </a:r>
          </a:p>
        </p:txBody>
      </p:sp>
      <p:grpSp>
        <p:nvGrpSpPr>
          <p:cNvPr id="7" name="CR:AA_EmpressButterflyLarva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EmpressButterflyLarva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Empress butterfly larva</a:t>
              </a:r>
            </a:p>
          </p:txBody>
        </p:sp>
      </p:grpSp>
      <p:grpSp>
        <p:nvGrpSpPr>
          <p:cNvPr id="10" name="CR:Donkey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Donkey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donkey</a:t>
              </a:r>
            </a:p>
          </p:txBody>
        </p:sp>
      </p:grpSp>
      <p:grpSp>
        <p:nvGrpSpPr>
          <p:cNvPr id="13" name="CR:Bison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ison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bison</a:t>
              </a:r>
            </a:p>
          </p:txBody>
        </p:sp>
      </p:grpSp>
      <p:grpSp>
        <p:nvGrpSpPr>
          <p:cNvPr id="16" name="CR:Muffalo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Muffalo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muffalo</a:t>
              </a:r>
            </a:p>
          </p:txBody>
        </p:sp>
      </p:grpSp>
      <p:grpSp>
        <p:nvGrpSpPr>
          <p:cNvPr id="19" name="CR:Akk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kk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akk</a:t>
              </a:r>
            </a:p>
          </p:txBody>
        </p:sp>
      </p:grpSp>
      <p:grpSp>
        <p:nvGrpSpPr>
          <p:cNvPr id="22" name="CR:Reek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Reek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reek</a:t>
              </a:r>
            </a:p>
          </p:txBody>
        </p:sp>
      </p:grpSp>
      <p:grpSp>
        <p:nvGrpSpPr>
          <p:cNvPr id="25" name="CR:LothWolf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LothWolf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loth-wolf</a:t>
              </a:r>
            </a:p>
          </p:txBody>
        </p:sp>
      </p:grpSp>
      <p:sp>
        <p:nvSpPr>
          <p:cNvPr id="28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(2 here)</a:t>
            </a:r>
          </a:p>
        </p:txBody>
      </p:sp>
      <p:grpSp>
        <p:nvGrpSpPr>
          <p:cNvPr id="31" name="CR:Drexl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32" name="Picture 31" descr="Drexl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drexl</a:t>
              </a:r>
            </a:p>
          </p:txBody>
        </p:sp>
      </p:grpSp>
      <p:grpSp>
        <p:nvGrpSpPr>
          <p:cNvPr id="34" name="CR:Rancor"/>
          <p:cNvGrpSpPr/>
          <p:nvPr/>
        </p:nvGrpSpPr>
        <p:grpSpPr>
          <a:xfrm>
            <a:off x="694944" y="1627632"/>
            <a:ext cx="621792" cy="704088"/>
            <a:chOff x="694944" y="1627632"/>
            <a:chExt cx="621792" cy="704088"/>
          </a:xfrm>
        </p:grpSpPr>
        <p:pic>
          <p:nvPicPr>
            <p:cNvPr id="35" name="Picture 34" descr="Rancor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1520" y="1627632"/>
              <a:ext cx="548640" cy="54864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94944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Rancor</a:t>
              </a:r>
            </a:p>
          </p:txBody>
        </p:sp>
      </p:grpSp>
      <p:sp>
        <p:nvSpPr>
          <p:cNvPr id="37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40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mechanoid intrusion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mechanoid intrusion</a:t>
            </a:r>
            <a:r>
              <a:rPr sz="1000">
                <a:solidFill>
                  <a:srgbClr val="A89A80"/>
                </a:solidFill>
              </a:rPr>
              <a:t>     9 creatures on this page of 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(8 here)</a:t>
            </a:r>
          </a:p>
        </p:txBody>
      </p:sp>
      <p:grpSp>
        <p:nvGrpSpPr>
          <p:cNvPr id="7" name="CR:BMT_MetalloSnail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MetalloSnail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metallosnail</a:t>
              </a:r>
            </a:p>
          </p:txBody>
        </p:sp>
      </p:grpSp>
      <p:grpSp>
        <p:nvGrpSpPr>
          <p:cNvPr id="10" name="CR:AA_BlackSpeloped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AA_BlackSpeloped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black spelopede</a:t>
              </a:r>
            </a:p>
          </p:txBody>
        </p:sp>
      </p:grpSp>
      <p:grpSp>
        <p:nvGrpSpPr>
          <p:cNvPr id="13" name="CR:BMT_Pillbug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Pillbug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pillbug</a:t>
              </a:r>
            </a:p>
          </p:txBody>
        </p:sp>
      </p:grpSp>
      <p:grpSp>
        <p:nvGrpSpPr>
          <p:cNvPr id="16" name="CR:BMT_Woollybat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Woollybat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woolly bat</a:t>
              </a:r>
            </a:p>
          </p:txBody>
        </p:sp>
      </p:grpSp>
      <p:grpSp>
        <p:nvGrpSpPr>
          <p:cNvPr id="19" name="CR:AA_AcanthamoebaGiganteaHug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AcanthamoebaGiganteaSmall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00" b="0">
                  <a:solidFill>
                    <a:srgbClr val="2B2418"/>
                  </a:solidFill>
                </a:rPr>
                <a:t>acanthamoeba gigantea, huge</a:t>
              </a:r>
            </a:p>
          </p:txBody>
        </p:sp>
      </p:grpSp>
      <p:grpSp>
        <p:nvGrpSpPr>
          <p:cNvPr id="22" name="CR:AA_SandProwler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A_SandProwler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sand prowler</a:t>
              </a:r>
            </a:p>
          </p:txBody>
        </p:sp>
      </p:grpSp>
      <p:grpSp>
        <p:nvGrpSpPr>
          <p:cNvPr id="25" name="CR:BMT_BunkerBug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BMT_BunkerBug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bunker bug</a:t>
              </a:r>
            </a:p>
          </p:txBody>
        </p:sp>
      </p:grpSp>
      <p:grpSp>
        <p:nvGrpSpPr>
          <p:cNvPr id="28" name="CR:BMT_HungeringHydra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BMT_HungeringHydra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hungering hydra</a:t>
              </a:r>
            </a:p>
          </p:txBody>
        </p:sp>
      </p:grpSp>
      <p:sp>
        <p:nvSpPr>
          <p:cNvPr id="31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3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37" name="CR:GreaterKraytDragon"/>
          <p:cNvGrpSpPr/>
          <p:nvPr/>
        </p:nvGrpSpPr>
        <p:grpSpPr>
          <a:xfrm>
            <a:off x="73152" y="2596896"/>
            <a:ext cx="621792" cy="704088"/>
            <a:chOff x="73152" y="2596896"/>
            <a:chExt cx="621792" cy="704088"/>
          </a:xfrm>
        </p:grpSpPr>
        <p:pic>
          <p:nvPicPr>
            <p:cNvPr id="38" name="Picture 37" descr="GreaterKraytDragon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728" y="2596896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73152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greater krayt dragon</a:t>
              </a:r>
            </a:p>
          </p:txBody>
        </p:sp>
      </p:grpSp>
      <p:sp>
        <p:nvSpPr>
          <p:cNvPr id="40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ropical swamp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tropical swamp</a:t>
            </a:r>
            <a:r>
              <a:rPr sz="1000">
                <a:solidFill>
                  <a:srgbClr val="A89A80"/>
                </a:solidFill>
              </a:rPr>
              <a:t>     9 creatures on this page of 9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 here)</a:t>
            </a:r>
          </a:p>
        </p:txBody>
      </p:sp>
      <p:grpSp>
        <p:nvGrpSpPr>
          <p:cNvPr id="7" name="CR:Klorslu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Klorslu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k'lor'slug</a:t>
              </a:r>
            </a:p>
          </p:txBody>
        </p:sp>
      </p:grpSp>
      <p:grpSp>
        <p:nvGrpSpPr>
          <p:cNvPr id="10" name="CR:Veermok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Veermok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veermok</a:t>
              </a:r>
            </a:p>
          </p:txBody>
        </p:sp>
      </p:grpSp>
      <p:grpSp>
        <p:nvGrpSpPr>
          <p:cNvPr id="13" name="CR:KellDragon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KellDragon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kell dragon</a:t>
              </a:r>
            </a:p>
          </p:txBody>
        </p:sp>
      </p:grpSp>
      <p:grpSp>
        <p:nvGrpSpPr>
          <p:cNvPr id="16" name="CR:Dianoga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Dianoga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dianoga</a:t>
              </a:r>
            </a:p>
          </p:txBody>
        </p:sp>
      </p:grpSp>
      <p:grpSp>
        <p:nvGrpSpPr>
          <p:cNvPr id="19" name="CR:Dragonsnak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Dragonsnake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Dragonsnake</a:t>
              </a:r>
            </a:p>
          </p:txBody>
        </p:sp>
      </p:grpSp>
      <p:grpSp>
        <p:nvGrpSpPr>
          <p:cNvPr id="22" name="CR:KwazelMaw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KwazelMaw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kwazel maw</a:t>
              </a:r>
            </a:p>
          </p:txBody>
        </p:sp>
      </p:grpSp>
      <p:grpSp>
        <p:nvGrpSpPr>
          <p:cNvPr id="25" name="CR:JOE_Nautilant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JOE_Nautilant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nautilant</a:t>
              </a:r>
            </a:p>
          </p:txBody>
        </p:sp>
      </p:grpSp>
      <p:sp>
        <p:nvSpPr>
          <p:cNvPr id="28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31" name="CR:Blixus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32" name="Picture 31" descr="Blixus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blixus</a:t>
              </a:r>
            </a:p>
          </p:txBody>
        </p:sp>
      </p:grpSp>
      <p:sp>
        <p:nvSpPr>
          <p:cNvPr id="3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37" name="CR:Fambaa"/>
          <p:cNvGrpSpPr/>
          <p:nvPr/>
        </p:nvGrpSpPr>
        <p:grpSpPr>
          <a:xfrm>
            <a:off x="73152" y="2596896"/>
            <a:ext cx="621792" cy="704088"/>
            <a:chOff x="73152" y="2596896"/>
            <a:chExt cx="621792" cy="704088"/>
          </a:xfrm>
        </p:grpSpPr>
        <p:pic>
          <p:nvPicPr>
            <p:cNvPr id="38" name="Picture 37" descr="Fambaa.112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728" y="2596896"/>
              <a:ext cx="548640" cy="54864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73152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fambaa</a:t>
              </a:r>
            </a:p>
          </p:txBody>
        </p:sp>
      </p:grpSp>
      <p:sp>
        <p:nvSpPr>
          <p:cNvPr id="40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reater tropical swamp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greater tropical swamp</a:t>
            </a:r>
            <a:r>
              <a:rPr sz="1000">
                <a:solidFill>
                  <a:srgbClr val="A89A80"/>
                </a:solidFill>
              </a:rPr>
              <a:t>     8 creatures on this page of 8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(8 here)</a:t>
            </a:r>
          </a:p>
        </p:txBody>
      </p:sp>
      <p:grpSp>
        <p:nvGrpSpPr>
          <p:cNvPr id="7" name="CR:AA_InfectedAeroflee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InfectedAeroflee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infected aerofleet</a:t>
              </a:r>
            </a:p>
          </p:txBody>
        </p:sp>
      </p:grpSp>
      <p:grpSp>
        <p:nvGrpSpPr>
          <p:cNvPr id="10" name="CR:BMT_GlowSlug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GlowSlug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glowslug</a:t>
              </a:r>
            </a:p>
          </p:txBody>
        </p:sp>
      </p:grpSp>
      <p:grpSp>
        <p:nvGrpSpPr>
          <p:cNvPr id="13" name="CR:BMT_Crystalop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Crystalope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crystalope</a:t>
              </a:r>
            </a:p>
          </p:txBody>
        </p:sp>
      </p:grpSp>
      <p:grpSp>
        <p:nvGrpSpPr>
          <p:cNvPr id="16" name="CR:Nexu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Nexu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nexu</a:t>
              </a:r>
            </a:p>
          </p:txBody>
        </p:sp>
      </p:grpSp>
      <p:grpSp>
        <p:nvGrpSpPr>
          <p:cNvPr id="19" name="CR:AA_Feralisk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AA_Feralisk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feralisk</a:t>
              </a:r>
            </a:p>
          </p:txBody>
        </p:sp>
      </p:grpSp>
      <p:grpSp>
        <p:nvGrpSpPr>
          <p:cNvPr id="22" name="CR:BMT_Basilisk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Basilisk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basilisk</a:t>
              </a:r>
            </a:p>
          </p:txBody>
        </p:sp>
      </p:grpSp>
      <p:grpSp>
        <p:nvGrpSpPr>
          <p:cNvPr id="25" name="CR:RG_Rimclaw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RG_Rimclaw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rimclaw</a:t>
              </a:r>
            </a:p>
          </p:txBody>
        </p:sp>
      </p:grpSp>
      <p:grpSp>
        <p:nvGrpSpPr>
          <p:cNvPr id="28" name="CR:BMT_AcidSlug"/>
          <p:cNvGrpSpPr/>
          <p:nvPr/>
        </p:nvGrpSpPr>
        <p:grpSpPr>
          <a:xfrm>
            <a:off x="4425696" y="658368"/>
            <a:ext cx="621792" cy="704088"/>
            <a:chOff x="4425696" y="658368"/>
            <a:chExt cx="621792" cy="704088"/>
          </a:xfrm>
        </p:grpSpPr>
        <p:pic>
          <p:nvPicPr>
            <p:cNvPr id="29" name="Picture 28" descr="BMT_AcidSlug.112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462272" y="658368"/>
              <a:ext cx="548640" cy="54864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442569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acid slug</a:t>
              </a:r>
            </a:p>
          </p:txBody>
        </p:sp>
      </p:grpSp>
      <p:sp>
        <p:nvSpPr>
          <p:cNvPr id="31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34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7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horror waste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horror wastes</a:t>
            </a:r>
            <a:r>
              <a:rPr sz="1000">
                <a:solidFill>
                  <a:srgbClr val="A89A80"/>
                </a:solidFill>
              </a:rPr>
              <a:t>     7 creatures on this page of 7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(7 here)</a:t>
            </a:r>
          </a:p>
        </p:txBody>
      </p:sp>
      <p:grpSp>
        <p:nvGrpSpPr>
          <p:cNvPr id="7" name="CR:BMT_CrystalFairyMol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CrystalFairyMol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crystal fairy mole</a:t>
              </a:r>
            </a:p>
          </p:txBody>
        </p:sp>
      </p:grpSp>
      <p:grpSp>
        <p:nvGrpSpPr>
          <p:cNvPr id="10" name="CR:AA_CrystalMit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AA_CrystalMit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crystalmit</a:t>
              </a:r>
            </a:p>
          </p:txBody>
        </p:sp>
      </p:grpSp>
      <p:grpSp>
        <p:nvGrpSpPr>
          <p:cNvPr id="13" name="CR:AA_PebbleMit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AA_PebbleMit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pebblemit</a:t>
              </a:r>
            </a:p>
          </p:txBody>
        </p:sp>
      </p:grpSp>
      <p:grpSp>
        <p:nvGrpSpPr>
          <p:cNvPr id="16" name="CR:GR_Molebear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GR_Molebear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molebear</a:t>
              </a:r>
            </a:p>
          </p:txBody>
        </p:sp>
      </p:grpSp>
      <p:grpSp>
        <p:nvGrpSpPr>
          <p:cNvPr id="19" name="CR:GR_Bearalope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GR_Bearalope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bearalope</a:t>
              </a:r>
            </a:p>
          </p:txBody>
        </p:sp>
      </p:grpSp>
      <p:grpSp>
        <p:nvGrpSpPr>
          <p:cNvPr id="22" name="CR:MA_Deermoss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MA_Deermoss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deermoss</a:t>
              </a:r>
            </a:p>
          </p:txBody>
        </p:sp>
      </p:grpSp>
      <p:grpSp>
        <p:nvGrpSpPr>
          <p:cNvPr id="25" name="CR:AA_EngorgedTentacularAberration"/>
          <p:cNvGrpSpPr/>
          <p:nvPr/>
        </p:nvGrpSpPr>
        <p:grpSpPr>
          <a:xfrm>
            <a:off x="3803904" y="658368"/>
            <a:ext cx="621792" cy="704088"/>
            <a:chOff x="3803904" y="658368"/>
            <a:chExt cx="621792" cy="704088"/>
          </a:xfrm>
        </p:grpSpPr>
        <p:pic>
          <p:nvPicPr>
            <p:cNvPr id="26" name="Picture 25" descr="AA_EngorgedTentacularAberration.112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0480" y="658368"/>
              <a:ext cx="548640" cy="54864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380390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00" b="0">
                  <a:solidFill>
                    <a:srgbClr val="2B2418"/>
                  </a:solidFill>
                </a:rPr>
                <a:t>engorged tentacular aberration</a:t>
              </a:r>
            </a:p>
          </p:txBody>
        </p:sp>
      </p:grpSp>
      <p:sp>
        <p:nvSpPr>
          <p:cNvPr id="28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31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4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cold bog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cold bog</a:t>
            </a:r>
            <a:r>
              <a:rPr sz="1000">
                <a:solidFill>
                  <a:srgbClr val="A89A80"/>
                </a:solidFill>
              </a:rPr>
              <a:t>     6 creatures on this page of 6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(6 here)</a:t>
            </a:r>
          </a:p>
        </p:txBody>
      </p:sp>
      <p:grpSp>
        <p:nvGrpSpPr>
          <p:cNvPr id="7" name="CR:Duck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Duck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duck</a:t>
              </a:r>
            </a:p>
          </p:txBody>
        </p:sp>
      </p:grpSp>
      <p:grpSp>
        <p:nvGrpSpPr>
          <p:cNvPr id="10" name="CR:TetnissCrab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TetnissCrab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tet'niss crab</a:t>
              </a:r>
            </a:p>
          </p:txBody>
        </p:sp>
      </p:grpSp>
      <p:grpSp>
        <p:nvGrpSpPr>
          <p:cNvPr id="13" name="CR:Yak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Yak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yak</a:t>
              </a:r>
            </a:p>
          </p:txBody>
        </p:sp>
      </p:grpSp>
      <p:grpSp>
        <p:nvGrpSpPr>
          <p:cNvPr id="16" name="CR:Bursa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ursa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bursa</a:t>
              </a:r>
            </a:p>
          </p:txBody>
        </p:sp>
      </p:grpSp>
      <p:grpSp>
        <p:nvGrpSpPr>
          <p:cNvPr id="19" name="CR:MarshHaunt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MarshHaunt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marsh haunt</a:t>
              </a:r>
            </a:p>
          </p:txBody>
        </p:sp>
      </p:grpSp>
      <p:grpSp>
        <p:nvGrpSpPr>
          <p:cNvPr id="22" name="CR:AA_FrostAve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AA_FrostAve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frost ave</a:t>
              </a:r>
            </a:p>
          </p:txBody>
        </p:sp>
      </p:grpSp>
      <p:sp>
        <p:nvSpPr>
          <p:cNvPr id="25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1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earthen depth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earthen depths</a:t>
            </a:r>
            <a:r>
              <a:rPr sz="1000">
                <a:solidFill>
                  <a:srgbClr val="A89A80"/>
                </a:solidFill>
              </a:rPr>
              <a:t>     6 creatures on this page of 6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(6 here)</a:t>
            </a:r>
          </a:p>
        </p:txBody>
      </p:sp>
      <p:grpSp>
        <p:nvGrpSpPr>
          <p:cNvPr id="7" name="CR:BMT_SmolderstingScorpion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SmolderstingScorpion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smoldersting scorpion</a:t>
              </a:r>
            </a:p>
          </p:txBody>
        </p:sp>
      </p:grpSp>
      <p:grpSp>
        <p:nvGrpSpPr>
          <p:cNvPr id="10" name="CR:BMT_Maguan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MT_Maguan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maguana</a:t>
              </a:r>
            </a:p>
          </p:txBody>
        </p:sp>
      </p:grpSp>
      <p:grpSp>
        <p:nvGrpSpPr>
          <p:cNvPr id="13" name="CR:BMT_FoundryBeetle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BMT_FoundryBeetle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foundry beetle</a:t>
              </a:r>
            </a:p>
          </p:txBody>
        </p:sp>
      </p:grpSp>
      <p:grpSp>
        <p:nvGrpSpPr>
          <p:cNvPr id="16" name="CR:BMT_RoyalRhino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BMT_RoyalRhino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royal rhino beetle</a:t>
              </a:r>
            </a:p>
          </p:txBody>
        </p:sp>
      </p:grpSp>
      <p:grpSp>
        <p:nvGrpSpPr>
          <p:cNvPr id="19" name="CR:BMT_PodWorm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BMT_PodWorm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pod worm</a:t>
              </a:r>
            </a:p>
          </p:txBody>
        </p:sp>
      </p:grpSp>
      <p:grpSp>
        <p:nvGrpSpPr>
          <p:cNvPr id="22" name="CR:BMT_CrystalCrab"/>
          <p:cNvGrpSpPr/>
          <p:nvPr/>
        </p:nvGrpSpPr>
        <p:grpSpPr>
          <a:xfrm>
            <a:off x="3182112" y="658368"/>
            <a:ext cx="621792" cy="704088"/>
            <a:chOff x="3182112" y="658368"/>
            <a:chExt cx="621792" cy="704088"/>
          </a:xfrm>
        </p:grpSpPr>
        <p:pic>
          <p:nvPicPr>
            <p:cNvPr id="23" name="Picture 22" descr="BMT_CrystalCrab.112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18688" y="658368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18211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crystal crab</a:t>
              </a:r>
            </a:p>
          </p:txBody>
        </p:sp>
      </p:grpSp>
      <p:sp>
        <p:nvSpPr>
          <p:cNvPr id="25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8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31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low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glowforest</a:t>
            </a:r>
            <a:r>
              <a:rPr sz="1000">
                <a:solidFill>
                  <a:srgbClr val="A89A80"/>
                </a:solidFill>
              </a:rPr>
              <a:t>     5 creatures on this page of 5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(5 here)</a:t>
            </a:r>
          </a:p>
        </p:txBody>
      </p:sp>
      <p:grpSp>
        <p:nvGrpSpPr>
          <p:cNvPr id="7" name="CR:TYR_MousePoison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TYR_Mous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poison mouse</a:t>
              </a:r>
            </a:p>
          </p:txBody>
        </p:sp>
      </p:grpSp>
      <p:grpSp>
        <p:nvGrpSpPr>
          <p:cNvPr id="10" name="CR:Bullfrog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ullfrog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bullfrog</a:t>
              </a:r>
            </a:p>
          </p:txBody>
        </p:sp>
      </p:grpSp>
      <p:grpSp>
        <p:nvGrpSpPr>
          <p:cNvPr id="13" name="CR:AA_DarkVandal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AA_DarkVandal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dark vandal</a:t>
              </a:r>
            </a:p>
          </p:txBody>
        </p:sp>
      </p:grpSp>
      <p:grpSp>
        <p:nvGrpSpPr>
          <p:cNvPr id="16" name="CR:AA_Agaripod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AA_Agaripod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agaripod</a:t>
              </a:r>
            </a:p>
          </p:txBody>
        </p:sp>
      </p:grpSp>
      <p:grpSp>
        <p:nvGrpSpPr>
          <p:cNvPr id="19" name="CR:Taozin"/>
          <p:cNvGrpSpPr/>
          <p:nvPr/>
        </p:nvGrpSpPr>
        <p:grpSpPr>
          <a:xfrm>
            <a:off x="2560320" y="658368"/>
            <a:ext cx="621792" cy="704088"/>
            <a:chOff x="2560320" y="658368"/>
            <a:chExt cx="621792" cy="704088"/>
          </a:xfrm>
        </p:grpSpPr>
        <p:pic>
          <p:nvPicPr>
            <p:cNvPr id="20" name="Picture 19" descr="Taozin.112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96896" y="658368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2560320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taozin</a:t>
              </a:r>
            </a:p>
          </p:txBody>
        </p:sp>
      </p:grpSp>
      <p:sp>
        <p:nvSpPr>
          <p:cNvPr id="22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5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8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alpine meadow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alpine meadow</a:t>
            </a:r>
            <a:r>
              <a:rPr sz="1000">
                <a:solidFill>
                  <a:srgbClr val="A89A80"/>
                </a:solidFill>
              </a:rPr>
              <a:t>     4 creatures on this page of 4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(3 here)</a:t>
            </a:r>
          </a:p>
        </p:txBody>
      </p:sp>
      <p:grpSp>
        <p:nvGrpSpPr>
          <p:cNvPr id="7" name="CR:Goa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oa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goat</a:t>
              </a:r>
            </a:p>
          </p:txBody>
        </p:sp>
      </p:grpSp>
      <p:grpSp>
        <p:nvGrpSpPr>
          <p:cNvPr id="10" name="CR:Squirrel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Squirrel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squirrel</a:t>
              </a:r>
            </a:p>
          </p:txBody>
        </p:sp>
      </p:grpSp>
      <p:grpSp>
        <p:nvGrpSpPr>
          <p:cNvPr id="13" name="CR:Fox_Red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Fox_Red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red fox</a:t>
              </a:r>
            </a:p>
          </p:txBody>
        </p:sp>
      </p:grpSp>
      <p:sp>
        <p:nvSpPr>
          <p:cNvPr id="16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19" name="CR:Deer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20" name="Picture 19" descr="PoisonDeer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deer</a:t>
              </a:r>
            </a:p>
          </p:txBody>
        </p:sp>
      </p:grpSp>
      <p:sp>
        <p:nvSpPr>
          <p:cNvPr id="22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5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lacial shiel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glacial shield</a:t>
            </a:r>
            <a:r>
              <a:rPr sz="1000">
                <a:solidFill>
                  <a:srgbClr val="A89A80"/>
                </a:solidFill>
              </a:rPr>
              <a:t>     4 creatures on this page of 4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(4 here)</a:t>
            </a:r>
          </a:p>
        </p:txBody>
      </p:sp>
      <p:grpSp>
        <p:nvGrpSpPr>
          <p:cNvPr id="7" name="CR:Fox_Arctic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Fox_Arctic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arctic fox</a:t>
              </a:r>
            </a:p>
          </p:txBody>
        </p:sp>
      </p:grpSp>
      <p:grpSp>
        <p:nvGrpSpPr>
          <p:cNvPr id="10" name="CR:DA_SnowTaraal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DA_SnowTaraal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snow taraal</a:t>
              </a:r>
            </a:p>
          </p:txBody>
        </p:sp>
      </p:grpSp>
      <p:grpSp>
        <p:nvGrpSpPr>
          <p:cNvPr id="13" name="CR:Megasloth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Megasloth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megasloth</a:t>
              </a:r>
            </a:p>
          </p:txBody>
        </p:sp>
      </p:grpSp>
      <p:grpSp>
        <p:nvGrpSpPr>
          <p:cNvPr id="16" name="CR:DA_NorthernDrog"/>
          <p:cNvGrpSpPr/>
          <p:nvPr/>
        </p:nvGrpSpPr>
        <p:grpSpPr>
          <a:xfrm>
            <a:off x="1938528" y="658368"/>
            <a:ext cx="621792" cy="704088"/>
            <a:chOff x="1938528" y="658368"/>
            <a:chExt cx="621792" cy="704088"/>
          </a:xfrm>
        </p:grpSpPr>
        <p:pic>
          <p:nvPicPr>
            <p:cNvPr id="17" name="Picture 16" descr="DA_NorthernDrog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75104" y="658368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938528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northern drog</a:t>
              </a:r>
            </a:p>
          </p:txBody>
        </p:sp>
      </p:grpSp>
      <p:sp>
        <p:nvSpPr>
          <p:cNvPr id="19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22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5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propane lake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propane lakes</a:t>
            </a:r>
            <a:r>
              <a:rPr sz="1000">
                <a:solidFill>
                  <a:srgbClr val="A89A80"/>
                </a:solidFill>
              </a:rPr>
              <a:t>     4 creatures on this page of 4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 here)</a:t>
            </a:r>
          </a:p>
        </p:txBody>
      </p:sp>
      <p:grpSp>
        <p:nvGrpSpPr>
          <p:cNvPr id="7" name="CR:BMT_HoarfrostMastodon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MT_HoarfrostMastodon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hoarfrost mastodon</a:t>
              </a:r>
            </a:p>
          </p:txBody>
        </p:sp>
      </p:grpSp>
      <p:grpSp>
        <p:nvGrpSpPr>
          <p:cNvPr id="10" name="CR:AA_FrostboundBehemoth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AA_FrostboundBehemoth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frostbound behemoth</a:t>
              </a:r>
            </a:p>
          </p:txBody>
        </p:sp>
      </p:grpSp>
      <p:sp>
        <p:nvSpPr>
          <p:cNvPr id="1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(2 here)</a:t>
            </a:r>
          </a:p>
        </p:txBody>
      </p:sp>
      <p:grpSp>
        <p:nvGrpSpPr>
          <p:cNvPr id="16" name="CR:GR_Paraceramuffalo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17" name="Picture 16" descr="GR_Paraceramuffalo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paraceramuffalo</a:t>
              </a:r>
            </a:p>
          </p:txBody>
        </p:sp>
      </p:grpSp>
      <p:grpSp>
        <p:nvGrpSpPr>
          <p:cNvPr id="19" name="CR:GR_ParagonThrumbo"/>
          <p:cNvGrpSpPr/>
          <p:nvPr/>
        </p:nvGrpSpPr>
        <p:grpSpPr>
          <a:xfrm>
            <a:off x="694944" y="1627632"/>
            <a:ext cx="621792" cy="704088"/>
            <a:chOff x="694944" y="1627632"/>
            <a:chExt cx="621792" cy="704088"/>
          </a:xfrm>
        </p:grpSpPr>
        <p:pic>
          <p:nvPicPr>
            <p:cNvPr id="20" name="Picture 19" descr="GR_ParagonThrumbo.112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1520" y="1627632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94944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colossal paragon</a:t>
              </a:r>
            </a:p>
          </p:txBody>
        </p:sp>
      </p:grpSp>
      <p:sp>
        <p:nvSpPr>
          <p:cNvPr id="22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5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coastal dune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coastal dunes</a:t>
            </a:r>
            <a:r>
              <a:rPr sz="1000">
                <a:solidFill>
                  <a:srgbClr val="A89A80"/>
                </a:solidFill>
              </a:rPr>
              <a:t>     3 creatures on this page of 3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(3 here)</a:t>
            </a:r>
          </a:p>
        </p:txBody>
      </p:sp>
      <p:grpSp>
        <p:nvGrpSpPr>
          <p:cNvPr id="7" name="CR:Hors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Hors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horse</a:t>
              </a:r>
            </a:p>
          </p:txBody>
        </p:sp>
      </p:grpSp>
      <p:grpSp>
        <p:nvGrpSpPr>
          <p:cNvPr id="10" name="CR:AA_DesertAve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AA_DesertAve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desert ave</a:t>
              </a:r>
            </a:p>
          </p:txBody>
        </p:sp>
      </p:grpSp>
      <p:grpSp>
        <p:nvGrpSpPr>
          <p:cNvPr id="13" name="CR:Dewback"/>
          <p:cNvGrpSpPr/>
          <p:nvPr/>
        </p:nvGrpSpPr>
        <p:grpSpPr>
          <a:xfrm>
            <a:off x="1316736" y="658368"/>
            <a:ext cx="621792" cy="704088"/>
            <a:chOff x="1316736" y="658368"/>
            <a:chExt cx="621792" cy="704088"/>
          </a:xfrm>
        </p:grpSpPr>
        <p:pic>
          <p:nvPicPr>
            <p:cNvPr id="14" name="Picture 13" descr="Dewback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3312" y="658368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1316736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dewback</a:t>
              </a:r>
            </a:p>
          </p:txBody>
        </p:sp>
      </p:grpSp>
      <p:sp>
        <p:nvSpPr>
          <p:cNvPr id="16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9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22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wetlan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wetland</a:t>
            </a:r>
            <a:r>
              <a:rPr sz="1000">
                <a:solidFill>
                  <a:srgbClr val="A89A80"/>
                </a:solidFill>
              </a:rPr>
              <a:t>     3 creatures on this page of 3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Boomalop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Boomalop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boomalope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13" name="CR:AA_OvergrownColossus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14" name="Picture 13" descr="AA_OvergrownColossus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overgrown colossus</a:t>
              </a:r>
            </a:p>
          </p:txBody>
        </p:sp>
      </p:grp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(1 here)</a:t>
            </a:r>
          </a:p>
        </p:txBody>
      </p:sp>
      <p:grpSp>
        <p:nvGrpSpPr>
          <p:cNvPr id="19" name="CR:WildBoar"/>
          <p:cNvGrpSpPr/>
          <p:nvPr/>
        </p:nvGrpSpPr>
        <p:grpSpPr>
          <a:xfrm>
            <a:off x="73152" y="2596896"/>
            <a:ext cx="621792" cy="704088"/>
            <a:chOff x="73152" y="2596896"/>
            <a:chExt cx="621792" cy="704088"/>
          </a:xfrm>
        </p:grpSpPr>
        <p:pic>
          <p:nvPicPr>
            <p:cNvPr id="20" name="Picture 19" descr="WildBoar.11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728" y="2596896"/>
              <a:ext cx="548640" cy="54864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3152" y="3145536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wild boar</a:t>
              </a:r>
            </a:p>
          </p:txBody>
        </p:sp>
      </p:grpSp>
      <p:sp>
        <p:nvSpPr>
          <p:cNvPr id="22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Areeb shrubland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Areeb shrublands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GRimCobra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RimCobra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Colorful cobra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13" name="CR:Dromedary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14" name="Picture 13" descr="Dromedary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dromedary</a:t>
              </a:r>
            </a:p>
          </p:txBody>
        </p:sp>
      </p:grp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Bleached deser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Bleached desert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 here)</a:t>
            </a:r>
          </a:p>
        </p:txBody>
      </p:sp>
      <p:grpSp>
        <p:nvGrpSpPr>
          <p:cNvPr id="7" name="CR:Vultur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Vultur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vulture</a:t>
              </a:r>
            </a:p>
          </p:txBody>
        </p:sp>
      </p:grpSp>
      <p:grpSp>
        <p:nvGrpSpPr>
          <p:cNvPr id="10" name="CR:Iguan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Iguan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iguana</a:t>
              </a:r>
            </a:p>
          </p:txBody>
        </p:sp>
      </p:grpSp>
      <p:sp>
        <p:nvSpPr>
          <p:cNvPr id="1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Bluefire Mountain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Bluefire Mountains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 here)</a:t>
            </a:r>
          </a:p>
        </p:txBody>
      </p:sp>
      <p:grpSp>
        <p:nvGrpSpPr>
          <p:cNvPr id="7" name="CR:Chinchilla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Chinchilla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chinchilla</a:t>
              </a:r>
            </a:p>
          </p:txBody>
        </p:sp>
      </p:grpSp>
      <p:grpSp>
        <p:nvGrpSpPr>
          <p:cNvPr id="10" name="CR:GRimLavaSnail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GRimLavaSnail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Colorful lava snail</a:t>
              </a:r>
            </a:p>
          </p:txBody>
        </p:sp>
      </p:grpSp>
      <p:sp>
        <p:nvSpPr>
          <p:cNvPr id="1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Primordial Geyser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Primordial Geysers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 here)</a:t>
            </a:r>
          </a:p>
        </p:txBody>
      </p:sp>
      <p:grpSp>
        <p:nvGrpSpPr>
          <p:cNvPr id="7" name="CR:Lynx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Lynx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lynx</a:t>
              </a:r>
            </a:p>
          </p:txBody>
        </p:sp>
      </p:grpSp>
      <p:grpSp>
        <p:nvGrpSpPr>
          <p:cNvPr id="10" name="CR:AA_TeratogenicOriginator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AA_TeratogenicOriginator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teratogenic originator</a:t>
              </a:r>
            </a:p>
          </p:txBody>
        </p:sp>
      </p:grpSp>
      <p:sp>
        <p:nvSpPr>
          <p:cNvPr id="1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he Grindland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The Grindlands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ColossusToad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ColossusToad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colossus toad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13" name="CR:ThrumbaToad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14" name="Picture 13" descr="ThrumbaToad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Thrumba toad</a:t>
              </a:r>
            </a:p>
          </p:txBody>
        </p:sp>
      </p:grp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cloud forest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cloud forest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 here)</a:t>
            </a:r>
          </a:p>
        </p:txBody>
      </p:sp>
      <p:grpSp>
        <p:nvGrpSpPr>
          <p:cNvPr id="7" name="CR:Cougar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Panther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cougar</a:t>
              </a:r>
            </a:p>
          </p:txBody>
        </p:sp>
      </p:grpSp>
      <p:grpSp>
        <p:nvGrpSpPr>
          <p:cNvPr id="10" name="CR:Beldon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Beldon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beldon</a:t>
              </a:r>
            </a:p>
          </p:txBody>
        </p:sp>
      </p:grpSp>
      <p:sp>
        <p:nvSpPr>
          <p:cNvPr id="1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lacial plain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glacial plain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 here)</a:t>
            </a:r>
          </a:p>
        </p:txBody>
      </p:sp>
      <p:grpSp>
        <p:nvGrpSpPr>
          <p:cNvPr id="7" name="CR:Wolf_Grea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Wolf_Grea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greatwolf</a:t>
              </a:r>
            </a:p>
          </p:txBody>
        </p:sp>
      </p:grpSp>
      <p:grpSp>
        <p:nvGrpSpPr>
          <p:cNvPr id="10" name="CR:Wampa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Wampa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Wampa</a:t>
              </a:r>
            </a:p>
          </p:txBody>
        </p:sp>
      </p:grpSp>
      <p:sp>
        <p:nvSpPr>
          <p:cNvPr id="1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reater cold bog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greater cold bog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(2 here)</a:t>
            </a:r>
          </a:p>
        </p:txBody>
      </p:sp>
      <p:grpSp>
        <p:nvGrpSpPr>
          <p:cNvPr id="7" name="CR:Rat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PoisonRat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brown rat</a:t>
              </a:r>
            </a:p>
          </p:txBody>
        </p:sp>
      </p:grpSp>
      <p:grpSp>
        <p:nvGrpSpPr>
          <p:cNvPr id="10" name="CR:Wolf_Timber"/>
          <p:cNvGrpSpPr/>
          <p:nvPr/>
        </p:nvGrpSpPr>
        <p:grpSpPr>
          <a:xfrm>
            <a:off x="694944" y="658368"/>
            <a:ext cx="621792" cy="704088"/>
            <a:chOff x="694944" y="658368"/>
            <a:chExt cx="621792" cy="704088"/>
          </a:xfrm>
        </p:grpSpPr>
        <p:pic>
          <p:nvPicPr>
            <p:cNvPr id="11" name="Picture 10" descr="Wolf_Timber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658368"/>
              <a:ext cx="548640" cy="54864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694944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timber wolf</a:t>
              </a:r>
            </a:p>
          </p:txBody>
        </p:sp>
      </p:grpSp>
      <p:sp>
        <p:nvSpPr>
          <p:cNvPr id="13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ice floe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ice floes</a:t>
            </a:r>
            <a:r>
              <a:rPr sz="1000">
                <a:solidFill>
                  <a:srgbClr val="A89A80"/>
                </a:solidFill>
              </a:rPr>
              <a:t>     2 creatures on this page of 2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Wolf_Arctic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Wolf_Arctic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arctic wolf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(1 here)</a:t>
            </a:r>
          </a:p>
        </p:txBody>
      </p:sp>
      <p:grpSp>
        <p:nvGrpSpPr>
          <p:cNvPr id="13" name="CR:Bear_Polar"/>
          <p:cNvGrpSpPr/>
          <p:nvPr/>
        </p:nvGrpSpPr>
        <p:grpSpPr>
          <a:xfrm>
            <a:off x="73152" y="1627632"/>
            <a:ext cx="621792" cy="704088"/>
            <a:chOff x="73152" y="1627632"/>
            <a:chExt cx="621792" cy="704088"/>
          </a:xfrm>
        </p:grpSpPr>
        <p:pic>
          <p:nvPicPr>
            <p:cNvPr id="14" name="Picture 13" descr="Bear_Polar.11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" y="1627632"/>
              <a:ext cx="548640" cy="54864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3152" y="2176272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polar bear</a:t>
              </a:r>
            </a:p>
          </p:txBody>
        </p:sp>
      </p:grpSp>
      <p:sp>
        <p:nvSpPr>
          <p:cNvPr id="16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9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he Evernight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The Evernights</a:t>
            </a:r>
            <a:r>
              <a:rPr sz="1000">
                <a:solidFill>
                  <a:srgbClr val="A89A80"/>
                </a:solidFill>
              </a:rPr>
              <a:t>     1 creatures on this page of 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GRimBullfrog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RimBullfrog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Colorful bullfrog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3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6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he Neverglade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The Neverglades</a:t>
            </a:r>
            <a:r>
              <a:rPr sz="1000">
                <a:solidFill>
                  <a:srgbClr val="A89A80"/>
                </a:solidFill>
              </a:rPr>
              <a:t>     1 creatures on this page of 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GRimTortois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RimTortois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Colorful tortoise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3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6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Tropical Desepelago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Tropical Desepelago</a:t>
            </a:r>
            <a:r>
              <a:rPr sz="1000">
                <a:solidFill>
                  <a:srgbClr val="A89A80"/>
                </a:solidFill>
              </a:rPr>
              <a:t>     1 creatures on this page of 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GRimMonitorLizard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GRimMonitorLizard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Colorful monitor lizard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3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6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gallatross graveyard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gallatross graveyard</a:t>
            </a:r>
            <a:r>
              <a:rPr sz="1000">
                <a:solidFill>
                  <a:srgbClr val="A89A80"/>
                </a:solidFill>
              </a:rPr>
              <a:t>     1 creatures on this page of 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AA_GallatrossMoribund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GallatrossMoribund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550" b="0">
                  <a:solidFill>
                    <a:srgbClr val="2B2418"/>
                  </a:solidFill>
                </a:rPr>
                <a:t>moribund gallatross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3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6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2336"/>
          </a:xfrm>
          <a:prstGeom prst="rect">
            <a:avLst/>
          </a:prstGeom>
          <a:solidFill>
            <a:srgbClr val="2B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META:idyllic meadows|1/1"/>
          <p:cNvSpPr txBox="1"/>
          <p:nvPr/>
        </p:nvSpPr>
        <p:spPr>
          <a:xfrm>
            <a:off x="137160" y="0"/>
            <a:ext cx="11917375" cy="402336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700" b="1">
                <a:solidFill>
                  <a:srgbClr val="E8DCC0"/>
                </a:solidFill>
              </a:rPr>
              <a:t>idyllic meadows</a:t>
            </a:r>
            <a:r>
              <a:rPr sz="1000">
                <a:solidFill>
                  <a:srgbClr val="A89A80"/>
                </a:solidFill>
              </a:rPr>
              <a:t>     1 creatures on this page of 1 in the cluster    ·    drag between bands to decide</a:t>
            </a:r>
          </a:p>
        </p:txBody>
      </p:sp>
      <p:sp>
        <p:nvSpPr>
          <p:cNvPr id="4" name="BAND:keep"/>
          <p:cNvSpPr/>
          <p:nvPr/>
        </p:nvSpPr>
        <p:spPr>
          <a:xfrm>
            <a:off x="73152" y="475488"/>
            <a:ext cx="12045391" cy="932688"/>
          </a:xfrm>
          <a:prstGeom prst="rect">
            <a:avLst/>
          </a:prstGeom>
          <a:solidFill>
            <a:srgbClr val="E7F1E3"/>
          </a:solidFill>
          <a:ln w="9525">
            <a:solidFill>
              <a:srgbClr val="4F8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475488"/>
            <a:ext cx="12045391" cy="182880"/>
          </a:xfrm>
          <a:prstGeom prst="rect">
            <a:avLst/>
          </a:prstGeom>
          <a:solidFill>
            <a:srgbClr val="4F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" y="475488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KEEP ART   —   the shipping art is good enough — no work queued   (1 here)</a:t>
            </a:r>
          </a:p>
        </p:txBody>
      </p:sp>
      <p:grpSp>
        <p:nvGrpSpPr>
          <p:cNvPr id="7" name="CR:AA_Bobeene"/>
          <p:cNvGrpSpPr/>
          <p:nvPr/>
        </p:nvGrpSpPr>
        <p:grpSpPr>
          <a:xfrm>
            <a:off x="73152" y="658368"/>
            <a:ext cx="621792" cy="704088"/>
            <a:chOff x="73152" y="658368"/>
            <a:chExt cx="621792" cy="704088"/>
          </a:xfrm>
        </p:grpSpPr>
        <p:pic>
          <p:nvPicPr>
            <p:cNvPr id="8" name="Picture 7" descr="AA_Bobeene.11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" y="658368"/>
              <a:ext cx="548640" cy="54864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73152" y="1207008"/>
              <a:ext cx="621792" cy="155448"/>
            </a:xfrm>
            <a:prstGeom prst="rect">
              <a:avLst/>
            </a:prstGeom>
            <a:noFill/>
          </p:spPr>
          <p:txBody>
            <a:bodyPr wrap="square" lIns="12700" rIns="12700" tIns="0" bIns="0" anchor="ctr">
              <a:noAutofit/>
            </a:bodyPr>
            <a:lstStyle/>
            <a:p>
              <a:pPr algn="ctr"/>
              <a:r>
                <a:rPr sz="600" b="0">
                  <a:solidFill>
                    <a:srgbClr val="2B2418"/>
                  </a:solidFill>
                </a:rPr>
                <a:t>bobeene</a:t>
              </a:r>
            </a:p>
          </p:txBody>
        </p:sp>
      </p:grpSp>
      <p:sp>
        <p:nvSpPr>
          <p:cNvPr id="10" name="BAND:regen"/>
          <p:cNvSpPr/>
          <p:nvPr/>
        </p:nvSpPr>
        <p:spPr>
          <a:xfrm>
            <a:off x="73152" y="1444752"/>
            <a:ext cx="12045391" cy="932688"/>
          </a:xfrm>
          <a:prstGeom prst="rect">
            <a:avLst/>
          </a:prstGeom>
          <a:solidFill>
            <a:srgbClr val="FDF0D8"/>
          </a:solidFill>
          <a:ln w="9525">
            <a:solidFill>
              <a:srgbClr val="C0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" y="1444752"/>
            <a:ext cx="12045391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" y="1444752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REGENERATE   —   art must be redrawn; the size on the map is right   (0 here)</a:t>
            </a:r>
          </a:p>
        </p:txBody>
      </p:sp>
      <p:sp>
        <p:nvSpPr>
          <p:cNvPr id="13" name="BAND:rescale"/>
          <p:cNvSpPr/>
          <p:nvPr/>
        </p:nvSpPr>
        <p:spPr>
          <a:xfrm>
            <a:off x="73152" y="2414016"/>
            <a:ext cx="12045391" cy="932688"/>
          </a:xfrm>
          <a:prstGeom prst="rect">
            <a:avLst/>
          </a:prstGeom>
          <a:solidFill>
            <a:srgbClr val="FBE6DD"/>
          </a:solidFill>
          <a:ln w="9525">
            <a:solidFill>
              <a:srgbClr val="C26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" y="2414016"/>
            <a:ext cx="12045391" cy="182880"/>
          </a:xfrm>
          <a:prstGeom prst="rect">
            <a:avLst/>
          </a:prstGeom>
          <a:solidFill>
            <a:srgbClr val="C26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2414016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REGEN + RESCALE   —   redraw AND change drawSize — it renders at the wrong scale   (0 here)</a:t>
            </a:r>
          </a:p>
        </p:txBody>
      </p:sp>
      <p:sp>
        <p:nvSpPr>
          <p:cNvPr id="16" name="BAND:cut"/>
          <p:cNvSpPr/>
          <p:nvPr/>
        </p:nvSpPr>
        <p:spPr>
          <a:xfrm>
            <a:off x="73152" y="3383280"/>
            <a:ext cx="12045391" cy="932688"/>
          </a:xfrm>
          <a:prstGeom prst="rect">
            <a:avLst/>
          </a:prstGeom>
          <a:solidFill>
            <a:srgbClr val="EFE3E6"/>
          </a:solidFill>
          <a:ln w="9525">
            <a:solidFill>
              <a:srgbClr val="9C3F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3383280"/>
            <a:ext cx="12045391" cy="182880"/>
          </a:xfrm>
          <a:prstGeom prst="rect">
            <a:avLst/>
          </a:prstGeom>
          <a:solidFill>
            <a:srgbClr val="9C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" y="3383280"/>
            <a:ext cx="12045391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CUT   —   the creature leaves the planet entirely (Cherry Picker)   (0 here)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