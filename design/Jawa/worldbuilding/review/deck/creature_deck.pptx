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Relationship Id="rId57" Type="http://schemas.openxmlformats.org/officeDocument/2006/relationships/image" Target="../media/image56.jpg"/><Relationship Id="rId58" Type="http://schemas.openxmlformats.org/officeDocument/2006/relationships/image" Target="../media/image57.jpg"/><Relationship Id="rId59" Type="http://schemas.openxmlformats.org/officeDocument/2006/relationships/image" Target="../media/image58.jpg"/><Relationship Id="rId60" Type="http://schemas.openxmlformats.org/officeDocument/2006/relationships/image" Target="../media/image59.jpg"/><Relationship Id="rId61" Type="http://schemas.openxmlformats.org/officeDocument/2006/relationships/image" Target="../media/image60.jpg"/><Relationship Id="rId62" Type="http://schemas.openxmlformats.org/officeDocument/2006/relationships/image" Target="../media/image61.jpg"/><Relationship Id="rId63" Type="http://schemas.openxmlformats.org/officeDocument/2006/relationships/image" Target="../media/image62.jpg"/><Relationship Id="rId64" Type="http://schemas.openxmlformats.org/officeDocument/2006/relationships/image" Target="../media/image63.jpg"/><Relationship Id="rId65" Type="http://schemas.openxmlformats.org/officeDocument/2006/relationships/image" Target="../media/image64.jpg"/><Relationship Id="rId66" Type="http://schemas.openxmlformats.org/officeDocument/2006/relationships/image" Target="../media/image65.jpg"/><Relationship Id="rId67" Type="http://schemas.openxmlformats.org/officeDocument/2006/relationships/image" Target="../media/image66.jpg"/><Relationship Id="rId68" Type="http://schemas.openxmlformats.org/officeDocument/2006/relationships/image" Target="../media/image67.jpg"/><Relationship Id="rId69" Type="http://schemas.openxmlformats.org/officeDocument/2006/relationships/image" Target="../media/image68.jpg"/><Relationship Id="rId70" Type="http://schemas.openxmlformats.org/officeDocument/2006/relationships/image" Target="../media/image69.jpg"/><Relationship Id="rId71" Type="http://schemas.openxmlformats.org/officeDocument/2006/relationships/image" Target="../media/image70.jpg"/><Relationship Id="rId72" Type="http://schemas.openxmlformats.org/officeDocument/2006/relationships/image" Target="../media/image71.jpg"/><Relationship Id="rId73" Type="http://schemas.openxmlformats.org/officeDocument/2006/relationships/image" Target="../media/image72.jpg"/><Relationship Id="rId74" Type="http://schemas.openxmlformats.org/officeDocument/2006/relationships/image" Target="../media/image73.jpg"/><Relationship Id="rId75" Type="http://schemas.openxmlformats.org/officeDocument/2006/relationships/image" Target="../media/image74.jpg"/><Relationship Id="rId76" Type="http://schemas.openxmlformats.org/officeDocument/2006/relationships/image" Target="../media/image75.jpg"/><Relationship Id="rId77" Type="http://schemas.openxmlformats.org/officeDocument/2006/relationships/image" Target="../media/image76.jpg"/><Relationship Id="rId78" Type="http://schemas.openxmlformats.org/officeDocument/2006/relationships/image" Target="../media/image77.jpg"/><Relationship Id="rId79" Type="http://schemas.openxmlformats.org/officeDocument/2006/relationships/image" Target="../media/image78.jpg"/><Relationship Id="rId80" Type="http://schemas.openxmlformats.org/officeDocument/2006/relationships/image" Target="../media/image79.jpg"/><Relationship Id="rId81" Type="http://schemas.openxmlformats.org/officeDocument/2006/relationships/image" Target="../media/image80.jpg"/><Relationship Id="rId82" Type="http://schemas.openxmlformats.org/officeDocument/2006/relationships/image" Target="../media/image81.jpg"/><Relationship Id="rId83" Type="http://schemas.openxmlformats.org/officeDocument/2006/relationships/image" Target="../media/image82.jpg"/><Relationship Id="rId84" Type="http://schemas.openxmlformats.org/officeDocument/2006/relationships/image" Target="../media/image83.jpg"/><Relationship Id="rId85" Type="http://schemas.openxmlformats.org/officeDocument/2006/relationships/image" Target="../media/image84.jpg"/><Relationship Id="rId86" Type="http://schemas.openxmlformats.org/officeDocument/2006/relationships/image" Target="../media/image85.jpg"/><Relationship Id="rId87" Type="http://schemas.openxmlformats.org/officeDocument/2006/relationships/image" Target="../media/image86.jpg"/><Relationship Id="rId88" Type="http://schemas.openxmlformats.org/officeDocument/2006/relationships/image" Target="../media/image87.jpg"/><Relationship Id="rId89" Type="http://schemas.openxmlformats.org/officeDocument/2006/relationships/image" Target="../media/image88.jpg"/><Relationship Id="rId90" Type="http://schemas.openxmlformats.org/officeDocument/2006/relationships/image" Target="../media/image89.jpg"/><Relationship Id="rId91" Type="http://schemas.openxmlformats.org/officeDocument/2006/relationships/image" Target="../media/image90.jpg"/><Relationship Id="rId92" Type="http://schemas.openxmlformats.org/officeDocument/2006/relationships/image" Target="../media/image9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100.jpg"/><Relationship Id="rId11" Type="http://schemas.openxmlformats.org/officeDocument/2006/relationships/image" Target="../media/image101.jpg"/><Relationship Id="rId12" Type="http://schemas.openxmlformats.org/officeDocument/2006/relationships/image" Target="../media/image102.jpg"/><Relationship Id="rId13" Type="http://schemas.openxmlformats.org/officeDocument/2006/relationships/image" Target="../media/image103.jpg"/><Relationship Id="rId14" Type="http://schemas.openxmlformats.org/officeDocument/2006/relationships/image" Target="../media/image104.jpg"/><Relationship Id="rId15" Type="http://schemas.openxmlformats.org/officeDocument/2006/relationships/image" Target="../media/image105.jpg"/><Relationship Id="rId16" Type="http://schemas.openxmlformats.org/officeDocument/2006/relationships/image" Target="../media/image106.jpg"/><Relationship Id="rId17" Type="http://schemas.openxmlformats.org/officeDocument/2006/relationships/image" Target="../media/image107.jpg"/><Relationship Id="rId18" Type="http://schemas.openxmlformats.org/officeDocument/2006/relationships/image" Target="../media/image108.jpg"/><Relationship Id="rId19" Type="http://schemas.openxmlformats.org/officeDocument/2006/relationships/image" Target="../media/image109.jpg"/><Relationship Id="rId20" Type="http://schemas.openxmlformats.org/officeDocument/2006/relationships/image" Target="../media/image110.jpg"/><Relationship Id="rId21" Type="http://schemas.openxmlformats.org/officeDocument/2006/relationships/image" Target="../media/image111.jpg"/><Relationship Id="rId22" Type="http://schemas.openxmlformats.org/officeDocument/2006/relationships/image" Target="../media/image112.jpg"/><Relationship Id="rId23" Type="http://schemas.openxmlformats.org/officeDocument/2006/relationships/image" Target="../media/image113.jpg"/><Relationship Id="rId24" Type="http://schemas.openxmlformats.org/officeDocument/2006/relationships/image" Target="../media/image114.jpg"/><Relationship Id="rId25" Type="http://schemas.openxmlformats.org/officeDocument/2006/relationships/image" Target="../media/image115.jpg"/><Relationship Id="rId26" Type="http://schemas.openxmlformats.org/officeDocument/2006/relationships/image" Target="../media/image116.jpg"/><Relationship Id="rId27" Type="http://schemas.openxmlformats.org/officeDocument/2006/relationships/image" Target="../media/image117.jpg"/><Relationship Id="rId28" Type="http://schemas.openxmlformats.org/officeDocument/2006/relationships/image" Target="../media/image118.jpg"/><Relationship Id="rId29" Type="http://schemas.openxmlformats.org/officeDocument/2006/relationships/image" Target="../media/image119.jpg"/><Relationship Id="rId30" Type="http://schemas.openxmlformats.org/officeDocument/2006/relationships/image" Target="../media/image120.jpg"/><Relationship Id="rId31" Type="http://schemas.openxmlformats.org/officeDocument/2006/relationships/image" Target="../media/image121.jpg"/><Relationship Id="rId32" Type="http://schemas.openxmlformats.org/officeDocument/2006/relationships/image" Target="../media/image122.jpg"/><Relationship Id="rId33" Type="http://schemas.openxmlformats.org/officeDocument/2006/relationships/image" Target="../media/image123.jpg"/><Relationship Id="rId34" Type="http://schemas.openxmlformats.org/officeDocument/2006/relationships/image" Target="../media/image124.jpg"/><Relationship Id="rId35" Type="http://schemas.openxmlformats.org/officeDocument/2006/relationships/image" Target="../media/image125.jpg"/><Relationship Id="rId36" Type="http://schemas.openxmlformats.org/officeDocument/2006/relationships/image" Target="../media/image126.jpg"/><Relationship Id="rId37" Type="http://schemas.openxmlformats.org/officeDocument/2006/relationships/image" Target="../media/image127.jpg"/><Relationship Id="rId38" Type="http://schemas.openxmlformats.org/officeDocument/2006/relationships/image" Target="../media/image128.jpg"/><Relationship Id="rId39" Type="http://schemas.openxmlformats.org/officeDocument/2006/relationships/image" Target="../media/image129.jpg"/><Relationship Id="rId40" Type="http://schemas.openxmlformats.org/officeDocument/2006/relationships/image" Target="../media/image130.jpg"/><Relationship Id="rId41" Type="http://schemas.openxmlformats.org/officeDocument/2006/relationships/image" Target="../media/image131.jpg"/><Relationship Id="rId42" Type="http://schemas.openxmlformats.org/officeDocument/2006/relationships/image" Target="../media/image132.jpg"/><Relationship Id="rId43" Type="http://schemas.openxmlformats.org/officeDocument/2006/relationships/image" Target="../media/image133.jpg"/><Relationship Id="rId44" Type="http://schemas.openxmlformats.org/officeDocument/2006/relationships/image" Target="../media/image134.jpg"/><Relationship Id="rId45" Type="http://schemas.openxmlformats.org/officeDocument/2006/relationships/image" Target="../media/image135.jpg"/><Relationship Id="rId46" Type="http://schemas.openxmlformats.org/officeDocument/2006/relationships/image" Target="../media/image136.jpg"/><Relationship Id="rId47" Type="http://schemas.openxmlformats.org/officeDocument/2006/relationships/image" Target="../media/image137.jpg"/><Relationship Id="rId48" Type="http://schemas.openxmlformats.org/officeDocument/2006/relationships/image" Target="../media/image138.jpg"/><Relationship Id="rId49" Type="http://schemas.openxmlformats.org/officeDocument/2006/relationships/image" Target="../media/image139.jpg"/><Relationship Id="rId50" Type="http://schemas.openxmlformats.org/officeDocument/2006/relationships/image" Target="../media/image140.jpg"/><Relationship Id="rId51" Type="http://schemas.openxmlformats.org/officeDocument/2006/relationships/image" Target="../media/image141.jpg"/><Relationship Id="rId52" Type="http://schemas.openxmlformats.org/officeDocument/2006/relationships/image" Target="../media/image142.jpg"/><Relationship Id="rId53" Type="http://schemas.openxmlformats.org/officeDocument/2006/relationships/image" Target="../media/image143.jpg"/><Relationship Id="rId54" Type="http://schemas.openxmlformats.org/officeDocument/2006/relationships/image" Target="../media/image144.jpg"/><Relationship Id="rId55" Type="http://schemas.openxmlformats.org/officeDocument/2006/relationships/image" Target="../media/image145.jpg"/><Relationship Id="rId56" Type="http://schemas.openxmlformats.org/officeDocument/2006/relationships/image" Target="../media/image146.jpg"/><Relationship Id="rId57" Type="http://schemas.openxmlformats.org/officeDocument/2006/relationships/image" Target="../media/image147.jpg"/><Relationship Id="rId58" Type="http://schemas.openxmlformats.org/officeDocument/2006/relationships/image" Target="../media/image148.jpg"/><Relationship Id="rId59" Type="http://schemas.openxmlformats.org/officeDocument/2006/relationships/image" Target="../media/image149.jpg"/><Relationship Id="rId60" Type="http://schemas.openxmlformats.org/officeDocument/2006/relationships/image" Target="../media/image150.jpg"/><Relationship Id="rId61" Type="http://schemas.openxmlformats.org/officeDocument/2006/relationships/image" Target="../media/image151.jpg"/><Relationship Id="rId62" Type="http://schemas.openxmlformats.org/officeDocument/2006/relationships/image" Target="../media/image152.jpg"/><Relationship Id="rId63" Type="http://schemas.openxmlformats.org/officeDocument/2006/relationships/image" Target="../media/image153.jpg"/><Relationship Id="rId64" Type="http://schemas.openxmlformats.org/officeDocument/2006/relationships/image" Target="../media/image154.jpg"/><Relationship Id="rId65" Type="http://schemas.openxmlformats.org/officeDocument/2006/relationships/image" Target="../media/image155.jpg"/><Relationship Id="rId66" Type="http://schemas.openxmlformats.org/officeDocument/2006/relationships/image" Target="../media/image156.jpg"/><Relationship Id="rId67" Type="http://schemas.openxmlformats.org/officeDocument/2006/relationships/image" Target="../media/image157.jpg"/><Relationship Id="rId68" Type="http://schemas.openxmlformats.org/officeDocument/2006/relationships/image" Target="../media/image158.jpg"/><Relationship Id="rId69" Type="http://schemas.openxmlformats.org/officeDocument/2006/relationships/image" Target="../media/image159.jpg"/><Relationship Id="rId70" Type="http://schemas.openxmlformats.org/officeDocument/2006/relationships/image" Target="../media/image160.jpg"/><Relationship Id="rId71" Type="http://schemas.openxmlformats.org/officeDocument/2006/relationships/image" Target="../media/image161.jpg"/><Relationship Id="rId72" Type="http://schemas.openxmlformats.org/officeDocument/2006/relationships/image" Target="../media/image162.jpg"/><Relationship Id="rId73" Type="http://schemas.openxmlformats.org/officeDocument/2006/relationships/image" Target="../media/image163.jpg"/><Relationship Id="rId74" Type="http://schemas.openxmlformats.org/officeDocument/2006/relationships/image" Target="../media/image164.jpg"/><Relationship Id="rId75" Type="http://schemas.openxmlformats.org/officeDocument/2006/relationships/image" Target="../media/image165.jpg"/><Relationship Id="rId76" Type="http://schemas.openxmlformats.org/officeDocument/2006/relationships/image" Target="../media/image166.jpg"/><Relationship Id="rId77" Type="http://schemas.openxmlformats.org/officeDocument/2006/relationships/image" Target="../media/image167.jpg"/><Relationship Id="rId78" Type="http://schemas.openxmlformats.org/officeDocument/2006/relationships/image" Target="../media/image168.jpg"/><Relationship Id="rId79" Type="http://schemas.openxmlformats.org/officeDocument/2006/relationships/image" Target="../media/image169.jpg"/><Relationship Id="rId80" Type="http://schemas.openxmlformats.org/officeDocument/2006/relationships/image" Target="../media/image170.jpg"/><Relationship Id="rId81" Type="http://schemas.openxmlformats.org/officeDocument/2006/relationships/image" Target="../media/image171.jpg"/><Relationship Id="rId82" Type="http://schemas.openxmlformats.org/officeDocument/2006/relationships/image" Target="../media/image172.jpg"/><Relationship Id="rId83" Type="http://schemas.openxmlformats.org/officeDocument/2006/relationships/image" Target="../media/image173.jpg"/><Relationship Id="rId84" Type="http://schemas.openxmlformats.org/officeDocument/2006/relationships/image" Target="../media/image17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Relationship Id="rId3" Type="http://schemas.openxmlformats.org/officeDocument/2006/relationships/image" Target="../media/image176.jpg"/><Relationship Id="rId4" Type="http://schemas.openxmlformats.org/officeDocument/2006/relationships/image" Target="../media/image177.jpg"/><Relationship Id="rId5" Type="http://schemas.openxmlformats.org/officeDocument/2006/relationships/image" Target="../media/image178.jpg"/><Relationship Id="rId6" Type="http://schemas.openxmlformats.org/officeDocument/2006/relationships/image" Target="../media/image179.jpg"/><Relationship Id="rId7" Type="http://schemas.openxmlformats.org/officeDocument/2006/relationships/image" Target="../media/image180.jpg"/><Relationship Id="rId8" Type="http://schemas.openxmlformats.org/officeDocument/2006/relationships/image" Target="../media/image181.jpg"/><Relationship Id="rId9" Type="http://schemas.openxmlformats.org/officeDocument/2006/relationships/image" Target="../media/image182.jpg"/><Relationship Id="rId10" Type="http://schemas.openxmlformats.org/officeDocument/2006/relationships/image" Target="../media/image183.jpg"/><Relationship Id="rId11" Type="http://schemas.openxmlformats.org/officeDocument/2006/relationships/image" Target="../media/image184.jpg"/><Relationship Id="rId12" Type="http://schemas.openxmlformats.org/officeDocument/2006/relationships/image" Target="../media/image32.jpg"/><Relationship Id="rId13" Type="http://schemas.openxmlformats.org/officeDocument/2006/relationships/image" Target="../media/image185.jpg"/><Relationship Id="rId14" Type="http://schemas.openxmlformats.org/officeDocument/2006/relationships/image" Target="../media/image186.jpg"/><Relationship Id="rId15" Type="http://schemas.openxmlformats.org/officeDocument/2006/relationships/image" Target="../media/image187.jpg"/><Relationship Id="rId16" Type="http://schemas.openxmlformats.org/officeDocument/2006/relationships/image" Target="../media/image188.jpg"/><Relationship Id="rId17" Type="http://schemas.openxmlformats.org/officeDocument/2006/relationships/image" Target="../media/image189.jpg"/><Relationship Id="rId18" Type="http://schemas.openxmlformats.org/officeDocument/2006/relationships/image" Target="../media/image190.jpg"/><Relationship Id="rId19" Type="http://schemas.openxmlformats.org/officeDocument/2006/relationships/image" Target="../media/image191.jpg"/><Relationship Id="rId20" Type="http://schemas.openxmlformats.org/officeDocument/2006/relationships/image" Target="../media/image192.jpg"/><Relationship Id="rId21" Type="http://schemas.openxmlformats.org/officeDocument/2006/relationships/image" Target="../media/image193.jpg"/><Relationship Id="rId22" Type="http://schemas.openxmlformats.org/officeDocument/2006/relationships/image" Target="../media/image194.jpg"/><Relationship Id="rId23" Type="http://schemas.openxmlformats.org/officeDocument/2006/relationships/image" Target="../media/image195.jpg"/><Relationship Id="rId24" Type="http://schemas.openxmlformats.org/officeDocument/2006/relationships/image" Target="../media/image196.jpg"/><Relationship Id="rId25" Type="http://schemas.openxmlformats.org/officeDocument/2006/relationships/image" Target="../media/image197.jpg"/><Relationship Id="rId26" Type="http://schemas.openxmlformats.org/officeDocument/2006/relationships/image" Target="../media/image198.jpg"/><Relationship Id="rId27" Type="http://schemas.openxmlformats.org/officeDocument/2006/relationships/image" Target="../media/image199.jpg"/><Relationship Id="rId28" Type="http://schemas.openxmlformats.org/officeDocument/2006/relationships/image" Target="../media/image200.jpg"/><Relationship Id="rId29" Type="http://schemas.openxmlformats.org/officeDocument/2006/relationships/image" Target="../media/image201.jpg"/><Relationship Id="rId30" Type="http://schemas.openxmlformats.org/officeDocument/2006/relationships/image" Target="../media/image202.jpg"/><Relationship Id="rId31" Type="http://schemas.openxmlformats.org/officeDocument/2006/relationships/image" Target="../media/image203.jpg"/><Relationship Id="rId32" Type="http://schemas.openxmlformats.org/officeDocument/2006/relationships/image" Target="../media/image204.jpg"/><Relationship Id="rId33" Type="http://schemas.openxmlformats.org/officeDocument/2006/relationships/image" Target="../media/image205.jpg"/><Relationship Id="rId34" Type="http://schemas.openxmlformats.org/officeDocument/2006/relationships/image" Target="../media/image206.jpg"/><Relationship Id="rId35" Type="http://schemas.openxmlformats.org/officeDocument/2006/relationships/image" Target="../media/image207.jpg"/><Relationship Id="rId36" Type="http://schemas.openxmlformats.org/officeDocument/2006/relationships/image" Target="../media/image208.jpg"/><Relationship Id="rId37" Type="http://schemas.openxmlformats.org/officeDocument/2006/relationships/image" Target="../media/image209.jpg"/><Relationship Id="rId38" Type="http://schemas.openxmlformats.org/officeDocument/2006/relationships/image" Target="../media/image210.jpg"/><Relationship Id="rId39" Type="http://schemas.openxmlformats.org/officeDocument/2006/relationships/image" Target="../media/image211.jpg"/><Relationship Id="rId40" Type="http://schemas.openxmlformats.org/officeDocument/2006/relationships/image" Target="../media/image212.jpg"/><Relationship Id="rId41" Type="http://schemas.openxmlformats.org/officeDocument/2006/relationships/image" Target="../media/image213.jpg"/><Relationship Id="rId42" Type="http://schemas.openxmlformats.org/officeDocument/2006/relationships/image" Target="../media/image214.jpg"/><Relationship Id="rId43" Type="http://schemas.openxmlformats.org/officeDocument/2006/relationships/image" Target="../media/image215.jpg"/><Relationship Id="rId44" Type="http://schemas.openxmlformats.org/officeDocument/2006/relationships/image" Target="../media/image216.jpg"/><Relationship Id="rId45" Type="http://schemas.openxmlformats.org/officeDocument/2006/relationships/image" Target="../media/image217.jpg"/><Relationship Id="rId46" Type="http://schemas.openxmlformats.org/officeDocument/2006/relationships/image" Target="../media/image218.jpg"/><Relationship Id="rId47" Type="http://schemas.openxmlformats.org/officeDocument/2006/relationships/image" Target="../media/image219.jpg"/><Relationship Id="rId48" Type="http://schemas.openxmlformats.org/officeDocument/2006/relationships/image" Target="../media/image220.jpg"/><Relationship Id="rId49" Type="http://schemas.openxmlformats.org/officeDocument/2006/relationships/image" Target="../media/image221.jpg"/><Relationship Id="rId50" Type="http://schemas.openxmlformats.org/officeDocument/2006/relationships/image" Target="../media/image222.jpg"/><Relationship Id="rId51" Type="http://schemas.openxmlformats.org/officeDocument/2006/relationships/image" Target="../media/image223.jpg"/><Relationship Id="rId52" Type="http://schemas.openxmlformats.org/officeDocument/2006/relationships/image" Target="../media/image224.jpg"/><Relationship Id="rId53" Type="http://schemas.openxmlformats.org/officeDocument/2006/relationships/image" Target="../media/image225.jpg"/><Relationship Id="rId54" Type="http://schemas.openxmlformats.org/officeDocument/2006/relationships/image" Target="../media/image226.jpg"/><Relationship Id="rId55" Type="http://schemas.openxmlformats.org/officeDocument/2006/relationships/image" Target="../media/image227.jpg"/><Relationship Id="rId56" Type="http://schemas.openxmlformats.org/officeDocument/2006/relationships/image" Target="../media/image228.jpg"/><Relationship Id="rId57" Type="http://schemas.openxmlformats.org/officeDocument/2006/relationships/image" Target="../media/image229.jpg"/><Relationship Id="rId58" Type="http://schemas.openxmlformats.org/officeDocument/2006/relationships/image" Target="../media/image230.jpg"/><Relationship Id="rId59" Type="http://schemas.openxmlformats.org/officeDocument/2006/relationships/image" Target="../media/image231.jpg"/><Relationship Id="rId60" Type="http://schemas.openxmlformats.org/officeDocument/2006/relationships/image" Target="../media/image232.jpg"/><Relationship Id="rId61" Type="http://schemas.openxmlformats.org/officeDocument/2006/relationships/image" Target="../media/image233.jpg"/><Relationship Id="rId62" Type="http://schemas.openxmlformats.org/officeDocument/2006/relationships/image" Target="../media/image234.jpg"/><Relationship Id="rId63" Type="http://schemas.openxmlformats.org/officeDocument/2006/relationships/image" Target="../media/image235.jpg"/><Relationship Id="rId64" Type="http://schemas.openxmlformats.org/officeDocument/2006/relationships/image" Target="../media/image236.jpg"/><Relationship Id="rId65" Type="http://schemas.openxmlformats.org/officeDocument/2006/relationships/image" Target="../media/image237.jpg"/><Relationship Id="rId66" Type="http://schemas.openxmlformats.org/officeDocument/2006/relationships/image" Target="../media/image238.jpg"/><Relationship Id="rId67" Type="http://schemas.openxmlformats.org/officeDocument/2006/relationships/image" Target="../media/image239.jpg"/><Relationship Id="rId68" Type="http://schemas.openxmlformats.org/officeDocument/2006/relationships/image" Target="../media/image240.jpg"/><Relationship Id="rId69" Type="http://schemas.openxmlformats.org/officeDocument/2006/relationships/image" Target="../media/image241.jpg"/><Relationship Id="rId70" Type="http://schemas.openxmlformats.org/officeDocument/2006/relationships/image" Target="../media/image242.jpg"/><Relationship Id="rId71" Type="http://schemas.openxmlformats.org/officeDocument/2006/relationships/image" Target="../media/image243.jpg"/><Relationship Id="rId72" Type="http://schemas.openxmlformats.org/officeDocument/2006/relationships/image" Target="../media/image244.jpg"/><Relationship Id="rId73" Type="http://schemas.openxmlformats.org/officeDocument/2006/relationships/image" Target="../media/image245.jpg"/><Relationship Id="rId74" Type="http://schemas.openxmlformats.org/officeDocument/2006/relationships/image" Target="../media/image246.jpg"/><Relationship Id="rId75" Type="http://schemas.openxmlformats.org/officeDocument/2006/relationships/image" Target="../media/image247.jpg"/><Relationship Id="rId76" Type="http://schemas.openxmlformats.org/officeDocument/2006/relationships/image" Target="../media/image248.jpg"/><Relationship Id="rId77" Type="http://schemas.openxmlformats.org/officeDocument/2006/relationships/image" Target="../media/image24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Relationship Id="rId3" Type="http://schemas.openxmlformats.org/officeDocument/2006/relationships/image" Target="../media/image251.jpg"/><Relationship Id="rId4" Type="http://schemas.openxmlformats.org/officeDocument/2006/relationships/image" Target="../media/image252.jpg"/><Relationship Id="rId5" Type="http://schemas.openxmlformats.org/officeDocument/2006/relationships/image" Target="../media/image253.jpg"/><Relationship Id="rId6" Type="http://schemas.openxmlformats.org/officeDocument/2006/relationships/image" Target="../media/image254.jpg"/><Relationship Id="rId7" Type="http://schemas.openxmlformats.org/officeDocument/2006/relationships/image" Target="../media/image255.jpg"/><Relationship Id="rId8" Type="http://schemas.openxmlformats.org/officeDocument/2006/relationships/image" Target="../media/image256.jpg"/><Relationship Id="rId9" Type="http://schemas.openxmlformats.org/officeDocument/2006/relationships/image" Target="../media/image257.jpg"/><Relationship Id="rId10" Type="http://schemas.openxmlformats.org/officeDocument/2006/relationships/image" Target="../media/image258.jpg"/><Relationship Id="rId11" Type="http://schemas.openxmlformats.org/officeDocument/2006/relationships/image" Target="../media/image259.jpg"/><Relationship Id="rId12" Type="http://schemas.openxmlformats.org/officeDocument/2006/relationships/image" Target="../media/image260.jpg"/><Relationship Id="rId13" Type="http://schemas.openxmlformats.org/officeDocument/2006/relationships/image" Target="../media/image261.jpg"/><Relationship Id="rId14" Type="http://schemas.openxmlformats.org/officeDocument/2006/relationships/image" Target="../media/image262.jpg"/><Relationship Id="rId15" Type="http://schemas.openxmlformats.org/officeDocument/2006/relationships/image" Target="../media/image263.jpg"/><Relationship Id="rId16" Type="http://schemas.openxmlformats.org/officeDocument/2006/relationships/image" Target="../media/image264.jpg"/><Relationship Id="rId17" Type="http://schemas.openxmlformats.org/officeDocument/2006/relationships/image" Target="../media/image265.jpg"/><Relationship Id="rId18" Type="http://schemas.openxmlformats.org/officeDocument/2006/relationships/image" Target="../media/image266.jpg"/><Relationship Id="rId19" Type="http://schemas.openxmlformats.org/officeDocument/2006/relationships/image" Target="../media/image267.jpg"/><Relationship Id="rId20" Type="http://schemas.openxmlformats.org/officeDocument/2006/relationships/image" Target="../media/image268.jpg"/><Relationship Id="rId21" Type="http://schemas.openxmlformats.org/officeDocument/2006/relationships/image" Target="../media/image269.jpg"/><Relationship Id="rId22" Type="http://schemas.openxmlformats.org/officeDocument/2006/relationships/image" Target="../media/image270.jpg"/><Relationship Id="rId23" Type="http://schemas.openxmlformats.org/officeDocument/2006/relationships/image" Target="../media/image271.jpg"/><Relationship Id="rId24" Type="http://schemas.openxmlformats.org/officeDocument/2006/relationships/image" Target="../media/image272.jpg"/><Relationship Id="rId25" Type="http://schemas.openxmlformats.org/officeDocument/2006/relationships/image" Target="../media/image273.jpg"/><Relationship Id="rId26" Type="http://schemas.openxmlformats.org/officeDocument/2006/relationships/image" Target="../media/image274.jpg"/><Relationship Id="rId27" Type="http://schemas.openxmlformats.org/officeDocument/2006/relationships/image" Target="../media/image275.jpg"/><Relationship Id="rId28" Type="http://schemas.openxmlformats.org/officeDocument/2006/relationships/image" Target="../media/image276.jpg"/><Relationship Id="rId29" Type="http://schemas.openxmlformats.org/officeDocument/2006/relationships/image" Target="../media/image277.jpg"/><Relationship Id="rId30" Type="http://schemas.openxmlformats.org/officeDocument/2006/relationships/image" Target="../media/image278.jpg"/><Relationship Id="rId31" Type="http://schemas.openxmlformats.org/officeDocument/2006/relationships/image" Target="../media/image279.jpg"/><Relationship Id="rId32" Type="http://schemas.openxmlformats.org/officeDocument/2006/relationships/image" Target="../media/image280.jpg"/><Relationship Id="rId33" Type="http://schemas.openxmlformats.org/officeDocument/2006/relationships/image" Target="../media/image281.jpg"/><Relationship Id="rId34" Type="http://schemas.openxmlformats.org/officeDocument/2006/relationships/image" Target="../media/image282.jpg"/><Relationship Id="rId35" Type="http://schemas.openxmlformats.org/officeDocument/2006/relationships/image" Target="../media/image283.jpg"/><Relationship Id="rId36" Type="http://schemas.openxmlformats.org/officeDocument/2006/relationships/image" Target="../media/image284.jpg"/><Relationship Id="rId37" Type="http://schemas.openxmlformats.org/officeDocument/2006/relationships/image" Target="../media/image285.jpg"/><Relationship Id="rId38" Type="http://schemas.openxmlformats.org/officeDocument/2006/relationships/image" Target="../media/image286.jpg"/><Relationship Id="rId39" Type="http://schemas.openxmlformats.org/officeDocument/2006/relationships/image" Target="../media/image287.jpg"/><Relationship Id="rId40" Type="http://schemas.openxmlformats.org/officeDocument/2006/relationships/image" Target="../media/image288.jpg"/><Relationship Id="rId41" Type="http://schemas.openxmlformats.org/officeDocument/2006/relationships/image" Target="../media/image289.jpg"/><Relationship Id="rId42" Type="http://schemas.openxmlformats.org/officeDocument/2006/relationships/image" Target="../media/image290.jpg"/><Relationship Id="rId43" Type="http://schemas.openxmlformats.org/officeDocument/2006/relationships/image" Target="../media/image291.jpg"/><Relationship Id="rId44" Type="http://schemas.openxmlformats.org/officeDocument/2006/relationships/image" Target="../media/image292.jpg"/><Relationship Id="rId45" Type="http://schemas.openxmlformats.org/officeDocument/2006/relationships/image" Target="../media/image293.jpg"/><Relationship Id="rId46" Type="http://schemas.openxmlformats.org/officeDocument/2006/relationships/image" Target="../media/image294.jpg"/><Relationship Id="rId47" Type="http://schemas.openxmlformats.org/officeDocument/2006/relationships/image" Target="../media/image295.jpg"/><Relationship Id="rId48" Type="http://schemas.openxmlformats.org/officeDocument/2006/relationships/image" Target="../media/image296.jpg"/><Relationship Id="rId49" Type="http://schemas.openxmlformats.org/officeDocument/2006/relationships/image" Target="../media/image297.jpg"/><Relationship Id="rId50" Type="http://schemas.openxmlformats.org/officeDocument/2006/relationships/image" Target="../media/image298.jpg"/><Relationship Id="rId51" Type="http://schemas.openxmlformats.org/officeDocument/2006/relationships/image" Target="../media/image299.jpg"/><Relationship Id="rId52" Type="http://schemas.openxmlformats.org/officeDocument/2006/relationships/image" Target="../media/image300.jpg"/><Relationship Id="rId53" Type="http://schemas.openxmlformats.org/officeDocument/2006/relationships/image" Target="../media/image301.jpg"/><Relationship Id="rId54" Type="http://schemas.openxmlformats.org/officeDocument/2006/relationships/image" Target="../media/image302.jpg"/><Relationship Id="rId55" Type="http://schemas.openxmlformats.org/officeDocument/2006/relationships/image" Target="../media/image303.jpg"/><Relationship Id="rId56" Type="http://schemas.openxmlformats.org/officeDocument/2006/relationships/image" Target="../media/image304.jpg"/><Relationship Id="rId57" Type="http://schemas.openxmlformats.org/officeDocument/2006/relationships/image" Target="../media/image305.jpg"/><Relationship Id="rId58" Type="http://schemas.openxmlformats.org/officeDocument/2006/relationships/image" Target="../media/image306.jpg"/><Relationship Id="rId59" Type="http://schemas.openxmlformats.org/officeDocument/2006/relationships/image" Target="../media/image307.jpg"/><Relationship Id="rId60" Type="http://schemas.openxmlformats.org/officeDocument/2006/relationships/image" Target="../media/image308.jpg"/><Relationship Id="rId61" Type="http://schemas.openxmlformats.org/officeDocument/2006/relationships/image" Target="../media/image309.jpg"/><Relationship Id="rId62" Type="http://schemas.openxmlformats.org/officeDocument/2006/relationships/image" Target="../media/image310.jpg"/><Relationship Id="rId63" Type="http://schemas.openxmlformats.org/officeDocument/2006/relationships/image" Target="../media/image311.jpg"/><Relationship Id="rId64" Type="http://schemas.openxmlformats.org/officeDocument/2006/relationships/image" Target="../media/image312.jpg"/><Relationship Id="rId65" Type="http://schemas.openxmlformats.org/officeDocument/2006/relationships/image" Target="../media/image313.jpg"/><Relationship Id="rId66" Type="http://schemas.openxmlformats.org/officeDocument/2006/relationships/image" Target="../media/image314.jpg"/><Relationship Id="rId67" Type="http://schemas.openxmlformats.org/officeDocument/2006/relationships/image" Target="../media/image315.jpg"/><Relationship Id="rId68" Type="http://schemas.openxmlformats.org/officeDocument/2006/relationships/image" Target="../media/image316.jpg"/><Relationship Id="rId69" Type="http://schemas.openxmlformats.org/officeDocument/2006/relationships/image" Target="../media/image317.jpg"/><Relationship Id="rId70" Type="http://schemas.openxmlformats.org/officeDocument/2006/relationships/image" Target="../media/image318.jpg"/><Relationship Id="rId71" Type="http://schemas.openxmlformats.org/officeDocument/2006/relationships/image" Target="../media/image319.jpg"/><Relationship Id="rId72" Type="http://schemas.openxmlformats.org/officeDocument/2006/relationships/image" Target="../media/image320.jpg"/><Relationship Id="rId73" Type="http://schemas.openxmlformats.org/officeDocument/2006/relationships/image" Target="../media/image321.jpg"/><Relationship Id="rId74" Type="http://schemas.openxmlformats.org/officeDocument/2006/relationships/image" Target="../media/image322.jpg"/><Relationship Id="rId75" Type="http://schemas.openxmlformats.org/officeDocument/2006/relationships/image" Target="../media/image323.jpg"/><Relationship Id="rId76" Type="http://schemas.openxmlformats.org/officeDocument/2006/relationships/image" Target="../media/image3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Relationship Id="rId3" Type="http://schemas.openxmlformats.org/officeDocument/2006/relationships/image" Target="../media/image326.jpg"/><Relationship Id="rId4" Type="http://schemas.openxmlformats.org/officeDocument/2006/relationships/image" Target="../media/image327.jpg"/><Relationship Id="rId5" Type="http://schemas.openxmlformats.org/officeDocument/2006/relationships/image" Target="../media/image328.jpg"/><Relationship Id="rId6" Type="http://schemas.openxmlformats.org/officeDocument/2006/relationships/image" Target="../media/image329.jpg"/><Relationship Id="rId7" Type="http://schemas.openxmlformats.org/officeDocument/2006/relationships/image" Target="../media/image330.jpg"/><Relationship Id="rId8" Type="http://schemas.openxmlformats.org/officeDocument/2006/relationships/image" Target="../media/image331.jpg"/><Relationship Id="rId9" Type="http://schemas.openxmlformats.org/officeDocument/2006/relationships/image" Target="../media/image332.jpg"/><Relationship Id="rId10" Type="http://schemas.openxmlformats.org/officeDocument/2006/relationships/image" Target="../media/image333.jpg"/><Relationship Id="rId11" Type="http://schemas.openxmlformats.org/officeDocument/2006/relationships/image" Target="../media/image334.jpg"/><Relationship Id="rId12" Type="http://schemas.openxmlformats.org/officeDocument/2006/relationships/image" Target="../media/image335.jpg"/><Relationship Id="rId13" Type="http://schemas.openxmlformats.org/officeDocument/2006/relationships/image" Target="../media/image336.jpg"/><Relationship Id="rId14" Type="http://schemas.openxmlformats.org/officeDocument/2006/relationships/image" Target="../media/image337.jpg"/><Relationship Id="rId15" Type="http://schemas.openxmlformats.org/officeDocument/2006/relationships/image" Target="../media/image338.jpg"/><Relationship Id="rId16" Type="http://schemas.openxmlformats.org/officeDocument/2006/relationships/image" Target="../media/image339.jpg"/><Relationship Id="rId17" Type="http://schemas.openxmlformats.org/officeDocument/2006/relationships/image" Target="../media/image340.jpg"/><Relationship Id="rId18" Type="http://schemas.openxmlformats.org/officeDocument/2006/relationships/image" Target="../media/image341.jpg"/><Relationship Id="rId19" Type="http://schemas.openxmlformats.org/officeDocument/2006/relationships/image" Target="../media/image342.jpg"/><Relationship Id="rId20" Type="http://schemas.openxmlformats.org/officeDocument/2006/relationships/image" Target="../media/image343.jpg"/><Relationship Id="rId21" Type="http://schemas.openxmlformats.org/officeDocument/2006/relationships/image" Target="../media/image344.jpg"/><Relationship Id="rId22" Type="http://schemas.openxmlformats.org/officeDocument/2006/relationships/image" Target="../media/image345.jpg"/><Relationship Id="rId23" Type="http://schemas.openxmlformats.org/officeDocument/2006/relationships/image" Target="../media/image346.jpg"/><Relationship Id="rId24" Type="http://schemas.openxmlformats.org/officeDocument/2006/relationships/image" Target="../media/image347.jpg"/><Relationship Id="rId25" Type="http://schemas.openxmlformats.org/officeDocument/2006/relationships/image" Target="../media/image348.jpg"/><Relationship Id="rId26" Type="http://schemas.openxmlformats.org/officeDocument/2006/relationships/image" Target="../media/image349.jpg"/><Relationship Id="rId27" Type="http://schemas.openxmlformats.org/officeDocument/2006/relationships/image" Target="../media/image350.jpg"/><Relationship Id="rId28" Type="http://schemas.openxmlformats.org/officeDocument/2006/relationships/image" Target="../media/image351.jpg"/><Relationship Id="rId29" Type="http://schemas.openxmlformats.org/officeDocument/2006/relationships/image" Target="../media/image352.jpg"/><Relationship Id="rId30" Type="http://schemas.openxmlformats.org/officeDocument/2006/relationships/image" Target="../media/image353.jpg"/><Relationship Id="rId31" Type="http://schemas.openxmlformats.org/officeDocument/2006/relationships/image" Target="../media/image354.jpg"/><Relationship Id="rId32" Type="http://schemas.openxmlformats.org/officeDocument/2006/relationships/image" Target="../media/image355.jpg"/><Relationship Id="rId33" Type="http://schemas.openxmlformats.org/officeDocument/2006/relationships/image" Target="../media/image356.jpg"/><Relationship Id="rId34" Type="http://schemas.openxmlformats.org/officeDocument/2006/relationships/image" Target="../media/image357.jpg"/><Relationship Id="rId35" Type="http://schemas.openxmlformats.org/officeDocument/2006/relationships/image" Target="../media/image358.jpg"/><Relationship Id="rId36" Type="http://schemas.openxmlformats.org/officeDocument/2006/relationships/image" Target="../media/image359.jpg"/><Relationship Id="rId37" Type="http://schemas.openxmlformats.org/officeDocument/2006/relationships/image" Target="../media/image360.jpg"/><Relationship Id="rId38" Type="http://schemas.openxmlformats.org/officeDocument/2006/relationships/image" Target="../media/image361.jpg"/><Relationship Id="rId39" Type="http://schemas.openxmlformats.org/officeDocument/2006/relationships/image" Target="../media/image362.jpg"/><Relationship Id="rId40" Type="http://schemas.openxmlformats.org/officeDocument/2006/relationships/image" Target="../media/image363.jpg"/><Relationship Id="rId41" Type="http://schemas.openxmlformats.org/officeDocument/2006/relationships/image" Target="../media/image364.jpg"/><Relationship Id="rId42" Type="http://schemas.openxmlformats.org/officeDocument/2006/relationships/image" Target="../media/image365.jpg"/><Relationship Id="rId43" Type="http://schemas.openxmlformats.org/officeDocument/2006/relationships/image" Target="../media/image366.jpg"/><Relationship Id="rId44" Type="http://schemas.openxmlformats.org/officeDocument/2006/relationships/image" Target="../media/image367.jpg"/><Relationship Id="rId45" Type="http://schemas.openxmlformats.org/officeDocument/2006/relationships/image" Target="../media/image368.jpg"/><Relationship Id="rId46" Type="http://schemas.openxmlformats.org/officeDocument/2006/relationships/image" Target="../media/image369.jpg"/><Relationship Id="rId47" Type="http://schemas.openxmlformats.org/officeDocument/2006/relationships/image" Target="../media/image370.jpg"/><Relationship Id="rId48" Type="http://schemas.openxmlformats.org/officeDocument/2006/relationships/image" Target="../media/image371.jpg"/><Relationship Id="rId49" Type="http://schemas.openxmlformats.org/officeDocument/2006/relationships/image" Target="../media/image372.jpg"/><Relationship Id="rId50" Type="http://schemas.openxmlformats.org/officeDocument/2006/relationships/image" Target="../media/image373.jpg"/><Relationship Id="rId51" Type="http://schemas.openxmlformats.org/officeDocument/2006/relationships/image" Target="../media/image374.jpg"/><Relationship Id="rId52" Type="http://schemas.openxmlformats.org/officeDocument/2006/relationships/image" Target="../media/image375.jpg"/><Relationship Id="rId53" Type="http://schemas.openxmlformats.org/officeDocument/2006/relationships/image" Target="../media/image376.jpg"/><Relationship Id="rId54" Type="http://schemas.openxmlformats.org/officeDocument/2006/relationships/image" Target="../media/image377.jpg"/><Relationship Id="rId55" Type="http://schemas.openxmlformats.org/officeDocument/2006/relationships/image" Target="../media/image378.jpg"/><Relationship Id="rId56" Type="http://schemas.openxmlformats.org/officeDocument/2006/relationships/image" Target="../media/image379.jpg"/><Relationship Id="rId57" Type="http://schemas.openxmlformats.org/officeDocument/2006/relationships/image" Target="../media/image380.jpg"/><Relationship Id="rId58" Type="http://schemas.openxmlformats.org/officeDocument/2006/relationships/image" Target="../media/image381.jpg"/><Relationship Id="rId59" Type="http://schemas.openxmlformats.org/officeDocument/2006/relationships/image" Target="../media/image382.jpg"/><Relationship Id="rId60" Type="http://schemas.openxmlformats.org/officeDocument/2006/relationships/image" Target="../media/image383.jpg"/><Relationship Id="rId61" Type="http://schemas.openxmlformats.org/officeDocument/2006/relationships/image" Target="../media/image384.jpg"/><Relationship Id="rId62" Type="http://schemas.openxmlformats.org/officeDocument/2006/relationships/image" Target="../media/image385.jpg"/><Relationship Id="rId63" Type="http://schemas.openxmlformats.org/officeDocument/2006/relationships/image" Target="../media/image386.jpg"/><Relationship Id="rId64" Type="http://schemas.openxmlformats.org/officeDocument/2006/relationships/image" Target="../media/image387.jpg"/><Relationship Id="rId65" Type="http://schemas.openxmlformats.org/officeDocument/2006/relationships/image" Target="../media/image388.jpg"/><Relationship Id="rId66" Type="http://schemas.openxmlformats.org/officeDocument/2006/relationships/image" Target="../media/image389.jpg"/><Relationship Id="rId67" Type="http://schemas.openxmlformats.org/officeDocument/2006/relationships/image" Target="../media/image390.jpg"/><Relationship Id="rId68" Type="http://schemas.openxmlformats.org/officeDocument/2006/relationships/image" Target="../media/image391.jpg"/><Relationship Id="rId69" Type="http://schemas.openxmlformats.org/officeDocument/2006/relationships/image" Target="../media/image392.jpg"/><Relationship Id="rId70" Type="http://schemas.openxmlformats.org/officeDocument/2006/relationships/image" Target="../media/image393.jpg"/><Relationship Id="rId71" Type="http://schemas.openxmlformats.org/officeDocument/2006/relationships/image" Target="../media/image394.jpg"/><Relationship Id="rId72" Type="http://schemas.openxmlformats.org/officeDocument/2006/relationships/image" Target="../media/image395.jpg"/><Relationship Id="rId73" Type="http://schemas.openxmlformats.org/officeDocument/2006/relationships/image" Target="../media/image396.jpg"/><Relationship Id="rId74" Type="http://schemas.openxmlformats.org/officeDocument/2006/relationships/image" Target="../media/image397.jpg"/><Relationship Id="rId75" Type="http://schemas.openxmlformats.org/officeDocument/2006/relationships/image" Target="../media/image398.jpg"/><Relationship Id="rId76" Type="http://schemas.openxmlformats.org/officeDocument/2006/relationships/image" Target="../media/image399.jpg"/><Relationship Id="rId77" Type="http://schemas.openxmlformats.org/officeDocument/2006/relationships/image" Target="../media/image40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jpg"/><Relationship Id="rId3" Type="http://schemas.openxmlformats.org/officeDocument/2006/relationships/image" Target="../media/image402.jpg"/><Relationship Id="rId4" Type="http://schemas.openxmlformats.org/officeDocument/2006/relationships/image" Target="../media/image403.jpg"/><Relationship Id="rId5" Type="http://schemas.openxmlformats.org/officeDocument/2006/relationships/image" Target="../media/image404.jpg"/><Relationship Id="rId6" Type="http://schemas.openxmlformats.org/officeDocument/2006/relationships/image" Target="../media/image405.jpg"/><Relationship Id="rId7" Type="http://schemas.openxmlformats.org/officeDocument/2006/relationships/image" Target="../media/image406.jpg"/><Relationship Id="rId8" Type="http://schemas.openxmlformats.org/officeDocument/2006/relationships/image" Target="../media/image407.jpg"/><Relationship Id="rId9" Type="http://schemas.openxmlformats.org/officeDocument/2006/relationships/image" Target="../media/image408.jpg"/><Relationship Id="rId10" Type="http://schemas.openxmlformats.org/officeDocument/2006/relationships/image" Target="../media/image409.jpg"/><Relationship Id="rId11" Type="http://schemas.openxmlformats.org/officeDocument/2006/relationships/image" Target="../media/image410.jpg"/><Relationship Id="rId12" Type="http://schemas.openxmlformats.org/officeDocument/2006/relationships/image" Target="../media/image411.jpg"/><Relationship Id="rId13" Type="http://schemas.openxmlformats.org/officeDocument/2006/relationships/image" Target="../media/image412.jpg"/><Relationship Id="rId14" Type="http://schemas.openxmlformats.org/officeDocument/2006/relationships/image" Target="../media/image413.jpg"/><Relationship Id="rId15" Type="http://schemas.openxmlformats.org/officeDocument/2006/relationships/image" Target="../media/image414.jpg"/><Relationship Id="rId16" Type="http://schemas.openxmlformats.org/officeDocument/2006/relationships/image" Target="../media/image415.jpg"/><Relationship Id="rId17" Type="http://schemas.openxmlformats.org/officeDocument/2006/relationships/image" Target="../media/image416.jpg"/><Relationship Id="rId18" Type="http://schemas.openxmlformats.org/officeDocument/2006/relationships/image" Target="../media/image417.jpg"/><Relationship Id="rId19" Type="http://schemas.openxmlformats.org/officeDocument/2006/relationships/image" Target="../media/image418.jpg"/><Relationship Id="rId20" Type="http://schemas.openxmlformats.org/officeDocument/2006/relationships/image" Target="../media/image419.jpg"/><Relationship Id="rId21" Type="http://schemas.openxmlformats.org/officeDocument/2006/relationships/image" Target="../media/image420.jpg"/><Relationship Id="rId22" Type="http://schemas.openxmlformats.org/officeDocument/2006/relationships/image" Target="../media/image421.jpg"/><Relationship Id="rId23" Type="http://schemas.openxmlformats.org/officeDocument/2006/relationships/image" Target="../media/image422.jpg"/><Relationship Id="rId24" Type="http://schemas.openxmlformats.org/officeDocument/2006/relationships/image" Target="../media/image423.jpg"/><Relationship Id="rId25" Type="http://schemas.openxmlformats.org/officeDocument/2006/relationships/image" Target="../media/image424.jpg"/><Relationship Id="rId26" Type="http://schemas.openxmlformats.org/officeDocument/2006/relationships/image" Target="../media/image425.jpg"/><Relationship Id="rId27" Type="http://schemas.openxmlformats.org/officeDocument/2006/relationships/image" Target="../media/image426.jpg"/><Relationship Id="rId28" Type="http://schemas.openxmlformats.org/officeDocument/2006/relationships/image" Target="../media/image427.jpg"/><Relationship Id="rId29" Type="http://schemas.openxmlformats.org/officeDocument/2006/relationships/image" Target="../media/image428.jpg"/><Relationship Id="rId30" Type="http://schemas.openxmlformats.org/officeDocument/2006/relationships/image" Target="../media/image429.jpg"/><Relationship Id="rId31" Type="http://schemas.openxmlformats.org/officeDocument/2006/relationships/image" Target="../media/image430.jpg"/><Relationship Id="rId32" Type="http://schemas.openxmlformats.org/officeDocument/2006/relationships/image" Target="../media/image431.jpg"/><Relationship Id="rId33" Type="http://schemas.openxmlformats.org/officeDocument/2006/relationships/image" Target="../media/image432.jpg"/><Relationship Id="rId34" Type="http://schemas.openxmlformats.org/officeDocument/2006/relationships/image" Target="../media/image433.jpg"/><Relationship Id="rId35" Type="http://schemas.openxmlformats.org/officeDocument/2006/relationships/image" Target="../media/image434.jpg"/><Relationship Id="rId36" Type="http://schemas.openxmlformats.org/officeDocument/2006/relationships/image" Target="../media/image435.jpg"/><Relationship Id="rId37" Type="http://schemas.openxmlformats.org/officeDocument/2006/relationships/image" Target="../media/image436.jpg"/><Relationship Id="rId38" Type="http://schemas.openxmlformats.org/officeDocument/2006/relationships/image" Target="../media/image437.jpg"/><Relationship Id="rId39" Type="http://schemas.openxmlformats.org/officeDocument/2006/relationships/image" Target="../media/image438.jpg"/><Relationship Id="rId40" Type="http://schemas.openxmlformats.org/officeDocument/2006/relationships/image" Target="../media/image439.jpg"/><Relationship Id="rId41" Type="http://schemas.openxmlformats.org/officeDocument/2006/relationships/image" Target="../media/image440.jpg"/><Relationship Id="rId42" Type="http://schemas.openxmlformats.org/officeDocument/2006/relationships/image" Target="../media/image441.jpg"/><Relationship Id="rId43" Type="http://schemas.openxmlformats.org/officeDocument/2006/relationships/image" Target="../media/image442.jpg"/><Relationship Id="rId44" Type="http://schemas.openxmlformats.org/officeDocument/2006/relationships/image" Target="../media/image443.jpg"/><Relationship Id="rId45" Type="http://schemas.openxmlformats.org/officeDocument/2006/relationships/image" Target="../media/image444.jpg"/><Relationship Id="rId46" Type="http://schemas.openxmlformats.org/officeDocument/2006/relationships/image" Target="../media/image445.jpg"/><Relationship Id="rId47" Type="http://schemas.openxmlformats.org/officeDocument/2006/relationships/image" Target="../media/image446.jpg"/><Relationship Id="rId48" Type="http://schemas.openxmlformats.org/officeDocument/2006/relationships/image" Target="../media/image447.jpg"/><Relationship Id="rId49" Type="http://schemas.openxmlformats.org/officeDocument/2006/relationships/image" Target="../media/image448.jpg"/><Relationship Id="rId50" Type="http://schemas.openxmlformats.org/officeDocument/2006/relationships/image" Target="../media/image449.jpg"/><Relationship Id="rId51" Type="http://schemas.openxmlformats.org/officeDocument/2006/relationships/image" Target="../media/image450.jpg"/><Relationship Id="rId52" Type="http://schemas.openxmlformats.org/officeDocument/2006/relationships/image" Target="../media/image451.jpg"/><Relationship Id="rId53" Type="http://schemas.openxmlformats.org/officeDocument/2006/relationships/image" Target="../media/image452.jpg"/><Relationship Id="rId54" Type="http://schemas.openxmlformats.org/officeDocument/2006/relationships/image" Target="../media/image453.jpg"/><Relationship Id="rId55" Type="http://schemas.openxmlformats.org/officeDocument/2006/relationships/image" Target="../media/image454.jpg"/><Relationship Id="rId56" Type="http://schemas.openxmlformats.org/officeDocument/2006/relationships/image" Target="../media/image455.jpg"/><Relationship Id="rId57" Type="http://schemas.openxmlformats.org/officeDocument/2006/relationships/image" Target="../media/image456.jpg"/><Relationship Id="rId58" Type="http://schemas.openxmlformats.org/officeDocument/2006/relationships/image" Target="../media/image457.jpg"/><Relationship Id="rId59" Type="http://schemas.openxmlformats.org/officeDocument/2006/relationships/image" Target="../media/image458.jpg"/><Relationship Id="rId60" Type="http://schemas.openxmlformats.org/officeDocument/2006/relationships/image" Target="../media/image459.jpg"/><Relationship Id="rId61" Type="http://schemas.openxmlformats.org/officeDocument/2006/relationships/image" Target="../media/image460.jpg"/><Relationship Id="rId62" Type="http://schemas.openxmlformats.org/officeDocument/2006/relationships/image" Target="../media/image461.jpg"/><Relationship Id="rId63" Type="http://schemas.openxmlformats.org/officeDocument/2006/relationships/image" Target="../media/image462.jpg"/><Relationship Id="rId64" Type="http://schemas.openxmlformats.org/officeDocument/2006/relationships/image" Target="../media/image463.jpg"/><Relationship Id="rId65" Type="http://schemas.openxmlformats.org/officeDocument/2006/relationships/image" Target="../media/image464.jpg"/><Relationship Id="rId66" Type="http://schemas.openxmlformats.org/officeDocument/2006/relationships/image" Target="../media/image465.jpg"/><Relationship Id="rId67" Type="http://schemas.openxmlformats.org/officeDocument/2006/relationships/image" Target="../media/image466.jpg"/><Relationship Id="rId68" Type="http://schemas.openxmlformats.org/officeDocument/2006/relationships/image" Target="../media/image467.jpg"/><Relationship Id="rId69" Type="http://schemas.openxmlformats.org/officeDocument/2006/relationships/image" Target="../media/image468.jpg"/><Relationship Id="rId70" Type="http://schemas.openxmlformats.org/officeDocument/2006/relationships/image" Target="../media/image469.jpg"/><Relationship Id="rId71" Type="http://schemas.openxmlformats.org/officeDocument/2006/relationships/image" Target="../media/image470.jpg"/><Relationship Id="rId72" Type="http://schemas.openxmlformats.org/officeDocument/2006/relationships/image" Target="../media/image471.jpg"/><Relationship Id="rId73" Type="http://schemas.openxmlformats.org/officeDocument/2006/relationships/image" Target="../media/image472.jpg"/><Relationship Id="rId74" Type="http://schemas.openxmlformats.org/officeDocument/2006/relationships/image" Target="../media/image473.jpg"/><Relationship Id="rId75" Type="http://schemas.openxmlformats.org/officeDocument/2006/relationships/image" Target="../media/image474.jpg"/><Relationship Id="rId76" Type="http://schemas.openxmlformats.org/officeDocument/2006/relationships/image" Target="../media/image475.jpg"/><Relationship Id="rId77" Type="http://schemas.openxmlformats.org/officeDocument/2006/relationships/image" Target="../media/image47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jpg"/><Relationship Id="rId3" Type="http://schemas.openxmlformats.org/officeDocument/2006/relationships/image" Target="../media/image478.jpg"/><Relationship Id="rId4" Type="http://schemas.openxmlformats.org/officeDocument/2006/relationships/image" Target="../media/image239.jpg"/><Relationship Id="rId5" Type="http://schemas.openxmlformats.org/officeDocument/2006/relationships/image" Target="../media/image479.jpg"/><Relationship Id="rId6" Type="http://schemas.openxmlformats.org/officeDocument/2006/relationships/image" Target="../media/image480.jpg"/><Relationship Id="rId7" Type="http://schemas.openxmlformats.org/officeDocument/2006/relationships/image" Target="../media/image481.jpg"/><Relationship Id="rId8" Type="http://schemas.openxmlformats.org/officeDocument/2006/relationships/image" Target="../media/image48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3.jpg"/><Relationship Id="rId3" Type="http://schemas.openxmlformats.org/officeDocument/2006/relationships/image" Target="../media/image484.jpg"/><Relationship Id="rId4" Type="http://schemas.openxmlformats.org/officeDocument/2006/relationships/image" Target="../media/image485.jpg"/><Relationship Id="rId5" Type="http://schemas.openxmlformats.org/officeDocument/2006/relationships/image" Target="../media/image486.jpg"/><Relationship Id="rId6" Type="http://schemas.openxmlformats.org/officeDocument/2006/relationships/image" Target="../media/image487.jpg"/><Relationship Id="rId7" Type="http://schemas.openxmlformats.org/officeDocument/2006/relationships/image" Target="../media/image488.jpg"/><Relationship Id="rId8" Type="http://schemas.openxmlformats.org/officeDocument/2006/relationships/image" Target="../media/image489.jpg"/><Relationship Id="rId9" Type="http://schemas.openxmlformats.org/officeDocument/2006/relationships/image" Target="../media/image490.jpg"/><Relationship Id="rId10" Type="http://schemas.openxmlformats.org/officeDocument/2006/relationships/image" Target="../media/image491.jpg"/><Relationship Id="rId11" Type="http://schemas.openxmlformats.org/officeDocument/2006/relationships/image" Target="../media/image492.jpg"/><Relationship Id="rId12" Type="http://schemas.openxmlformats.org/officeDocument/2006/relationships/image" Target="../media/image493.jpg"/><Relationship Id="rId13" Type="http://schemas.openxmlformats.org/officeDocument/2006/relationships/image" Target="../media/image494.jpg"/><Relationship Id="rId14" Type="http://schemas.openxmlformats.org/officeDocument/2006/relationships/image" Target="../media/image495.jpg"/><Relationship Id="rId15" Type="http://schemas.openxmlformats.org/officeDocument/2006/relationships/image" Target="../media/image496.jpg"/><Relationship Id="rId16" Type="http://schemas.openxmlformats.org/officeDocument/2006/relationships/image" Target="../media/image497.jpg"/><Relationship Id="rId17" Type="http://schemas.openxmlformats.org/officeDocument/2006/relationships/image" Target="../media/image498.jpg"/><Relationship Id="rId18" Type="http://schemas.openxmlformats.org/officeDocument/2006/relationships/image" Target="../media/image499.jpg"/><Relationship Id="rId19" Type="http://schemas.openxmlformats.org/officeDocument/2006/relationships/image" Target="../media/image500.jpg"/><Relationship Id="rId20" Type="http://schemas.openxmlformats.org/officeDocument/2006/relationships/image" Target="../media/image501.jpg"/><Relationship Id="rId21" Type="http://schemas.openxmlformats.org/officeDocument/2006/relationships/image" Target="../media/image502.jpg"/><Relationship Id="rId22" Type="http://schemas.openxmlformats.org/officeDocument/2006/relationships/image" Target="../media/image503.jpg"/><Relationship Id="rId23" Type="http://schemas.openxmlformats.org/officeDocument/2006/relationships/image" Target="../media/image504.jpg"/><Relationship Id="rId24" Type="http://schemas.openxmlformats.org/officeDocument/2006/relationships/image" Target="../media/image505.jpg"/><Relationship Id="rId25" Type="http://schemas.openxmlformats.org/officeDocument/2006/relationships/image" Target="../media/image506.jpg"/><Relationship Id="rId26" Type="http://schemas.openxmlformats.org/officeDocument/2006/relationships/image" Target="../media/image507.jpg"/><Relationship Id="rId27" Type="http://schemas.openxmlformats.org/officeDocument/2006/relationships/image" Target="../media/image508.jpg"/><Relationship Id="rId28" Type="http://schemas.openxmlformats.org/officeDocument/2006/relationships/image" Target="../media/image509.jpg"/><Relationship Id="rId29" Type="http://schemas.openxmlformats.org/officeDocument/2006/relationships/image" Target="../media/image510.jpg"/><Relationship Id="rId30" Type="http://schemas.openxmlformats.org/officeDocument/2006/relationships/image" Target="../media/image511.jpg"/><Relationship Id="rId31" Type="http://schemas.openxmlformats.org/officeDocument/2006/relationships/image" Target="../media/image512.jpg"/><Relationship Id="rId32" Type="http://schemas.openxmlformats.org/officeDocument/2006/relationships/image" Target="../media/image513.jpg"/><Relationship Id="rId33" Type="http://schemas.openxmlformats.org/officeDocument/2006/relationships/image" Target="../media/image514.jpg"/><Relationship Id="rId34" Type="http://schemas.openxmlformats.org/officeDocument/2006/relationships/image" Target="../media/image515.jpg"/><Relationship Id="rId35" Type="http://schemas.openxmlformats.org/officeDocument/2006/relationships/image" Target="../media/image516.jpg"/><Relationship Id="rId36" Type="http://schemas.openxmlformats.org/officeDocument/2006/relationships/image" Target="../media/image517.jpg"/><Relationship Id="rId37" Type="http://schemas.openxmlformats.org/officeDocument/2006/relationships/image" Target="../media/image518.jpg"/><Relationship Id="rId38" Type="http://schemas.openxmlformats.org/officeDocument/2006/relationships/image" Target="../media/image519.jpg"/><Relationship Id="rId39" Type="http://schemas.openxmlformats.org/officeDocument/2006/relationships/image" Target="../media/image520.jpg"/><Relationship Id="rId40" Type="http://schemas.openxmlformats.org/officeDocument/2006/relationships/image" Target="../media/image521.jpg"/><Relationship Id="rId41" Type="http://schemas.openxmlformats.org/officeDocument/2006/relationships/image" Target="../media/image522.jpg"/><Relationship Id="rId42" Type="http://schemas.openxmlformats.org/officeDocument/2006/relationships/image" Target="../media/image523.jpg"/><Relationship Id="rId43" Type="http://schemas.openxmlformats.org/officeDocument/2006/relationships/image" Target="../media/image524.jpg"/><Relationship Id="rId44" Type="http://schemas.openxmlformats.org/officeDocument/2006/relationships/image" Target="../media/image525.jpg"/><Relationship Id="rId45" Type="http://schemas.openxmlformats.org/officeDocument/2006/relationships/image" Target="../media/image526.jpg"/><Relationship Id="rId46" Type="http://schemas.openxmlformats.org/officeDocument/2006/relationships/image" Target="../media/image527.jpg"/><Relationship Id="rId47" Type="http://schemas.openxmlformats.org/officeDocument/2006/relationships/image" Target="../media/image528.jpg"/><Relationship Id="rId48" Type="http://schemas.openxmlformats.org/officeDocument/2006/relationships/image" Target="../media/image5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0.jpg"/><Relationship Id="rId3" Type="http://schemas.openxmlformats.org/officeDocument/2006/relationships/image" Target="../media/image531.jpg"/><Relationship Id="rId4" Type="http://schemas.openxmlformats.org/officeDocument/2006/relationships/image" Target="../media/image532.jpg"/><Relationship Id="rId5" Type="http://schemas.openxmlformats.org/officeDocument/2006/relationships/image" Target="../media/image533.jpg"/><Relationship Id="rId6" Type="http://schemas.openxmlformats.org/officeDocument/2006/relationships/image" Target="../media/image534.jpg"/><Relationship Id="rId7" Type="http://schemas.openxmlformats.org/officeDocument/2006/relationships/image" Target="../media/image535.jpg"/><Relationship Id="rId8" Type="http://schemas.openxmlformats.org/officeDocument/2006/relationships/image" Target="../media/image536.jpg"/><Relationship Id="rId9" Type="http://schemas.openxmlformats.org/officeDocument/2006/relationships/image" Target="../media/image537.jpg"/><Relationship Id="rId10" Type="http://schemas.openxmlformats.org/officeDocument/2006/relationships/image" Target="../media/image538.jpg"/><Relationship Id="rId11" Type="http://schemas.openxmlformats.org/officeDocument/2006/relationships/image" Target="../media/image539.jpg"/><Relationship Id="rId12" Type="http://schemas.openxmlformats.org/officeDocument/2006/relationships/image" Target="../media/image540.jpg"/><Relationship Id="rId13" Type="http://schemas.openxmlformats.org/officeDocument/2006/relationships/image" Target="../media/image541.jpg"/><Relationship Id="rId14" Type="http://schemas.openxmlformats.org/officeDocument/2006/relationships/image" Target="../media/image542.jpg"/><Relationship Id="rId15" Type="http://schemas.openxmlformats.org/officeDocument/2006/relationships/image" Target="../media/image543.jpg"/><Relationship Id="rId16" Type="http://schemas.openxmlformats.org/officeDocument/2006/relationships/image" Target="../media/image544.jpg"/><Relationship Id="rId17" Type="http://schemas.openxmlformats.org/officeDocument/2006/relationships/image" Target="../media/image545.jpg"/><Relationship Id="rId18" Type="http://schemas.openxmlformats.org/officeDocument/2006/relationships/image" Target="../media/image546.jpg"/><Relationship Id="rId19" Type="http://schemas.openxmlformats.org/officeDocument/2006/relationships/image" Target="../media/image547.jpg"/><Relationship Id="rId20" Type="http://schemas.openxmlformats.org/officeDocument/2006/relationships/image" Target="../media/image548.jpg"/><Relationship Id="rId21" Type="http://schemas.openxmlformats.org/officeDocument/2006/relationships/image" Target="../media/image549.jpg"/><Relationship Id="rId22" Type="http://schemas.openxmlformats.org/officeDocument/2006/relationships/image" Target="../media/image550.jpg"/><Relationship Id="rId23" Type="http://schemas.openxmlformats.org/officeDocument/2006/relationships/image" Target="../media/image551.jpg"/><Relationship Id="rId24" Type="http://schemas.openxmlformats.org/officeDocument/2006/relationships/image" Target="../media/image552.jpg"/><Relationship Id="rId25" Type="http://schemas.openxmlformats.org/officeDocument/2006/relationships/image" Target="../media/image553.jpg"/><Relationship Id="rId26" Type="http://schemas.openxmlformats.org/officeDocument/2006/relationships/image" Target="../media/image554.jpg"/><Relationship Id="rId27" Type="http://schemas.openxmlformats.org/officeDocument/2006/relationships/image" Target="../media/image555.jpg"/><Relationship Id="rId28" Type="http://schemas.openxmlformats.org/officeDocument/2006/relationships/image" Target="../media/image556.jpg"/><Relationship Id="rId29" Type="http://schemas.openxmlformats.org/officeDocument/2006/relationships/image" Target="../media/image557.jpg"/><Relationship Id="rId30" Type="http://schemas.openxmlformats.org/officeDocument/2006/relationships/image" Target="../media/image558.jpg"/><Relationship Id="rId31" Type="http://schemas.openxmlformats.org/officeDocument/2006/relationships/image" Target="../media/image559.jpg"/><Relationship Id="rId32" Type="http://schemas.openxmlformats.org/officeDocument/2006/relationships/image" Target="../media/image560.jpg"/><Relationship Id="rId33" Type="http://schemas.openxmlformats.org/officeDocument/2006/relationships/image" Target="../media/image561.jpg"/><Relationship Id="rId34" Type="http://schemas.openxmlformats.org/officeDocument/2006/relationships/image" Target="../media/image562.jpg"/><Relationship Id="rId35" Type="http://schemas.openxmlformats.org/officeDocument/2006/relationships/image" Target="../media/image563.jpg"/><Relationship Id="rId36" Type="http://schemas.openxmlformats.org/officeDocument/2006/relationships/image" Target="../media/image564.jpg"/><Relationship Id="rId37" Type="http://schemas.openxmlformats.org/officeDocument/2006/relationships/image" Target="../media/image565.jpg"/><Relationship Id="rId38" Type="http://schemas.openxmlformats.org/officeDocument/2006/relationships/image" Target="../media/image566.jpg"/><Relationship Id="rId39" Type="http://schemas.openxmlformats.org/officeDocument/2006/relationships/image" Target="../media/image56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1643055" cy="786384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600" b="1">
                <a:solidFill>
                  <a:srgbClr val="E8DCC0"/>
                </a:solidFill>
              </a:rPr>
              <a:t>Creature art review — drag a creature into the band you want</a:t>
            </a:r>
          </a:p>
          <a:p>
            <a:pPr algn="l"/>
            <a:r>
              <a:rPr sz="1100">
                <a:solidFill>
                  <a:srgbClr val="B3A68D"/>
                </a:solidFill>
              </a:rPr>
              <a:t>One slide per biome cluster.  PROTOTYPE: the 3 largest of 57 clusters   ·   register built 2026-09-05T16:56:05Z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1551615" cy="65836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4F8A55"/>
                </a:solidFill>
              </a:rPr>
              <a:t>KEEP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51560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the shipping art is good enough — no work queued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11551615" cy="65836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C08A2E"/>
                </a:solidFill>
              </a:rPr>
              <a:t>REGENERATE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01368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art must be redrawn; the size on the map is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51176"/>
            <a:ext cx="11551615" cy="65836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51176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C2632E"/>
                </a:solidFill>
              </a:rPr>
              <a:t>REGEN + RESCALE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51176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redraw AND change drawSize — it renders at the wrong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300984"/>
            <a:ext cx="11551615" cy="65836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00984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9C3F52"/>
                </a:solidFill>
              </a:rPr>
              <a:t>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00984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the creature leaves the planet entirely (Cherry Picker)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96512"/>
            <a:ext cx="11551615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1">
                <a:solidFill>
                  <a:srgbClr val="3D372E"/>
                </a:solidFill>
              </a:rPr>
              <a:t>•  HOW TO USE IT — drag a creature's tile from the band it is in into the band you want. That drag IS the decision; nothing else needs typing.</a:t>
            </a:r>
          </a:p>
          <a:p>
            <a:r>
              <a:rPr sz="1100" b="1">
                <a:solidFill>
                  <a:srgbClr val="3D372E"/>
                </a:solidFill>
              </a:rPr>
              <a:t>•  DELETING a tile (select it, press Delete) also means CUT — same as dropping it in the CUT band.</a:t>
            </a:r>
          </a:p>
          <a:p>
            <a:r>
              <a:rPr sz="1100" b="0">
                <a:solidFill>
                  <a:srgbClr val="5A5147"/>
                </a:solidFill>
              </a:rPr>
              <a:t>•  A RED-OUTLINED tile with a ✂ on its name is ALREADY cut from the live game by Cherry Picker. That is the current state, not a ruling — leave it where it sits to keep it, or move it like any other tile.</a:t>
            </a:r>
          </a:p>
          <a:p>
            <a:r>
              <a:rPr sz="1100" b="0">
                <a:solidFill>
                  <a:srgbClr val="5A5147"/>
                </a:solidFill>
              </a:rPr>
              <a:t>•  Each tile is one grouped object: the picture and its name move together. Within a band, left → right runs smallest → largest at true in-game draw size, so the size ladder stays readable.</a:t>
            </a:r>
          </a:p>
          <a:p>
            <a:r>
              <a:rPr sz="1100" b="0">
                <a:solidFill>
                  <a:srgbClr val="5A5147"/>
                </a:solidFill>
              </a:rPr>
              <a:t>•  A big cluster runs over several slides — every page carries all four bands, so a drag never needs a slide change.</a:t>
            </a:r>
          </a:p>
          <a:p>
            <a:r>
              <a:rPr sz="1100" b="0">
                <a:solidFill>
                  <a:srgbClr val="5A5147"/>
                </a:solidFill>
              </a:rPr>
              <a:t>•  Tiles start in the band matching the CURRENT decision, so an untouched deck reads back unchanged. 577 creatures across 3 cluster(s) on this deck.</a:t>
            </a:r>
          </a:p>
          <a:p>
            <a:r>
              <a:rPr sz="1100" b="0">
                <a:solidFill>
                  <a:srgbClr val="5A5147"/>
                </a:solidFill>
              </a:rPr>
              <a:t>•  Read it back with:  python3 design/Jawa/worldbuilding/review/deck/read_creature_deck.py &lt;your.pptx&gt;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1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(1/7)</a:t>
            </a:r>
            <a:r>
              <a:rPr sz="1000">
                <a:solidFill>
                  <a:srgbClr val="A89A80"/>
                </a:solidFill>
              </a:rPr>
              <a:t>     96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Crow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Crow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crow</a:t>
              </a:r>
            </a:p>
          </p:txBody>
        </p:sp>
      </p:grpSp>
      <p:grpSp>
        <p:nvGrpSpPr>
          <p:cNvPr id="11" name="CR:Bluebird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Bluebir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bluebird</a:t>
              </a:r>
            </a:p>
          </p:txBody>
        </p:sp>
      </p:grpSp>
      <p:grpSp>
        <p:nvGrpSpPr>
          <p:cNvPr id="15" name="CR:TYR_KangarooR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TYR_KangarooR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kangaroo rat</a:t>
              </a:r>
            </a:p>
          </p:txBody>
        </p:sp>
      </p:grpSp>
      <p:grpSp>
        <p:nvGrpSpPr>
          <p:cNvPr id="19" name="CR:TYR_Mous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20" name="Picture 19" descr="TYR_Mous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mouse</a:t>
              </a:r>
            </a:p>
          </p:txBody>
        </p:sp>
      </p:grpSp>
      <p:grpSp>
        <p:nvGrpSpPr>
          <p:cNvPr id="23" name="CR:BMT_BloodropLarva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4" name="Picture 23" descr="BMT_BloodropLarva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bloodrop larvae</a:t>
              </a:r>
            </a:p>
          </p:txBody>
        </p:sp>
      </p:grpSp>
      <p:grpSp>
        <p:nvGrpSpPr>
          <p:cNvPr id="26" name="CR:BMT_MossBeetleLarva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7" name="Picture 26" descr="BMT_MossBeetleLarva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 grub</a:t>
              </a:r>
            </a:p>
          </p:txBody>
        </p:sp>
      </p:grpSp>
      <p:grpSp>
        <p:nvGrpSpPr>
          <p:cNvPr id="29" name="CR:RG_KiwiBird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30" name="Picture 29" descr="RG_KiwiBird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kiwi</a:t>
              </a:r>
            </a:p>
          </p:txBody>
        </p:sp>
      </p:grpSp>
      <p:grpSp>
        <p:nvGrpSpPr>
          <p:cNvPr id="33" name="CR:Larv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4" name="Picture 33" descr="Larv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larva</a:t>
              </a:r>
            </a:p>
          </p:txBody>
        </p:sp>
      </p:grpSp>
      <p:grpSp>
        <p:nvGrpSpPr>
          <p:cNvPr id="36" name="CR:GR_Chickenffalo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7" name="Picture 36" descr="GR_Chickenffalo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chickenffalo</a:t>
              </a:r>
            </a:p>
          </p:txBody>
        </p:sp>
      </p:grpSp>
      <p:grpSp>
        <p:nvGrpSpPr>
          <p:cNvPr id="40" name="CR:Chicke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1" name="Picture 40" descr="Chicke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</a:t>
              </a:r>
            </a:p>
          </p:txBody>
        </p:sp>
      </p:grpSp>
      <p:grpSp>
        <p:nvGrpSpPr>
          <p:cNvPr id="43" name="CR:GR_Chickencat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4" name="Picture 43" descr="GR_Chickencat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Rectangle 44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chickencat</a:t>
              </a:r>
            </a:p>
          </p:txBody>
        </p:sp>
      </p:grpSp>
      <p:grpSp>
        <p:nvGrpSpPr>
          <p:cNvPr id="47" name="CR:GR_Chickenwolf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8" name="Picture 47" descr="GR_Chickenwolf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9" name="Rectangle 48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chickenwolf</a:t>
              </a:r>
            </a:p>
          </p:txBody>
        </p:sp>
      </p:grpSp>
      <p:grpSp>
        <p:nvGrpSpPr>
          <p:cNvPr id="51" name="CR:Sparrow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2" name="Picture 51" descr="Sparrow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757123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sparrow</a:t>
              </a:r>
            </a:p>
          </p:txBody>
        </p:sp>
      </p:grpSp>
      <p:grpSp>
        <p:nvGrpSpPr>
          <p:cNvPr id="55" name="CR:YorkshireTerrier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6" name="Picture 55" descr="YorkshireTerrier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Rectangle 56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yorkshire terrier</a:t>
              </a:r>
            </a:p>
          </p:txBody>
        </p:sp>
      </p:grpSp>
      <p:grpSp>
        <p:nvGrpSpPr>
          <p:cNvPr id="59" name="CR:GR_Chickenbear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60" name="Picture 59" descr="GR_Chickenbear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61" name="Rectangle 60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chickenbear</a:t>
              </a:r>
            </a:p>
          </p:txBody>
        </p:sp>
      </p:grpSp>
      <p:grpSp>
        <p:nvGrpSpPr>
          <p:cNvPr id="63" name="CR:SandWorm_Thing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4" name="Picture 63" descr="SandWorm_Thing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sandworm</a:t>
              </a:r>
            </a:p>
          </p:txBody>
        </p:sp>
      </p:grpSp>
      <p:grpSp>
        <p:nvGrpSpPr>
          <p:cNvPr id="66" name="CR:RSW_Mee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7" name="Picture 66" descr="RSW_Mee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mee scalefish</a:t>
              </a:r>
            </a:p>
          </p:txBody>
        </p:sp>
      </p:grpSp>
      <p:grpSp>
        <p:nvGrpSpPr>
          <p:cNvPr id="69" name="CR:RSW_Faa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70" name="Picture 69" descr="RSW_Faa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faa scalefish</a:t>
              </a:r>
            </a:p>
          </p:txBody>
        </p:sp>
      </p:grpSp>
      <p:grpSp>
        <p:nvGrpSpPr>
          <p:cNvPr id="72" name="CR:RSW_Yobshrimp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3" name="Picture 72" descr="RSW_Yobshrimp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pale yobshrimp</a:t>
              </a:r>
            </a:p>
          </p:txBody>
        </p:sp>
      </p:grpSp>
      <p:grpSp>
        <p:nvGrpSpPr>
          <p:cNvPr id="75" name="CR:RSW_SiltLamprey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6" name="Picture 75" descr="RSW_SiltLamprey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silt lamprey</a:t>
              </a:r>
            </a:p>
          </p:txBody>
        </p:sp>
      </p:grpSp>
      <p:grpSp>
        <p:nvGrpSpPr>
          <p:cNvPr id="78" name="CR:RSW_RustNipper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79" name="Picture 78" descr="RSW_RustNipper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rust nipper</a:t>
              </a:r>
            </a:p>
          </p:txBody>
        </p:sp>
      </p:grpSp>
      <p:grpSp>
        <p:nvGrpSpPr>
          <p:cNvPr id="81" name="CR:VFEP_Mech_Spidermine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2" name="Picture 81" descr="VFEP_Mech_Spidermine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spidermine</a:t>
              </a:r>
            </a:p>
          </p:txBody>
        </p:sp>
      </p:grpSp>
      <p:grpSp>
        <p:nvGrpSpPr>
          <p:cNvPr id="84" name="CR:VFEP_Mech_Wardrone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5" name="Picture 84" descr="VFEP_Mech_Wardrone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wardrone</a:t>
              </a:r>
            </a:p>
          </p:txBody>
        </p:sp>
      </p:grpSp>
      <p:grpSp>
        <p:nvGrpSpPr>
          <p:cNvPr id="87" name="CR:GR_Catman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88" name="Picture 87" descr="GR_Catman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89" name="Rectangle 88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catman</a:t>
              </a:r>
            </a:p>
          </p:txBody>
        </p:sp>
      </p:grpSp>
      <p:grpSp>
        <p:nvGrpSpPr>
          <p:cNvPr id="91" name="CR:Cat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2" name="Picture 91" descr="Cat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Rectangle 92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</a:t>
              </a:r>
            </a:p>
          </p:txBody>
        </p:sp>
      </p:grpSp>
      <p:grpSp>
        <p:nvGrpSpPr>
          <p:cNvPr id="95" name="CR:BMT_MegaphoridLarva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6" name="Picture 95" descr="BMT_MegaphoridLarva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megaphorid maggot</a:t>
              </a:r>
            </a:p>
          </p:txBody>
        </p:sp>
      </p:grpSp>
      <p:grpSp>
        <p:nvGrpSpPr>
          <p:cNvPr id="98" name="CR:AM_Blitzkrieg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99" name="Picture 98" descr="AM_Blitzkrieg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0" name="TextBox 99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blitzkrieg</a:t>
              </a:r>
            </a:p>
          </p:txBody>
        </p:sp>
      </p:grpSp>
      <p:grpSp>
        <p:nvGrpSpPr>
          <p:cNvPr id="101" name="CR:BMT_FacetMothLarvae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2" name="Picture 101" descr="BMT_FacetMothLarvae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crystalline caterpillar</a:t>
              </a:r>
            </a:p>
          </p:txBody>
        </p:sp>
      </p:grpSp>
      <p:grpSp>
        <p:nvGrpSpPr>
          <p:cNvPr id="104" name="CR:OuterRim_DUMDroid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5" name="Picture 104" descr="OuterRim_DUMDroid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DUM Repair Droid</a:t>
              </a:r>
            </a:p>
          </p:txBody>
        </p:sp>
      </p:grpSp>
      <p:grpSp>
        <p:nvGrpSpPr>
          <p:cNvPr id="107" name="CR:VGE_Astronaut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08" name="Picture 107" descr="VGE_Astronaut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astronaut</a:t>
              </a:r>
            </a:p>
          </p:txBody>
        </p:sp>
      </p:grpSp>
      <p:grpSp>
        <p:nvGrpSpPr>
          <p:cNvPr id="110" name="CR:BMT_BloodropPupa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1" name="Picture 110" descr="BMT_BloodropPupa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bloodrop pupa</a:t>
              </a:r>
            </a:p>
          </p:txBody>
        </p:sp>
      </p:grpSp>
      <p:grpSp>
        <p:nvGrpSpPr>
          <p:cNvPr id="113" name="CR:BMT_CrystalBeetlePupa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4" name="Picture 113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crystalback pupa</a:t>
              </a:r>
            </a:p>
          </p:txBody>
        </p:sp>
      </p:grpSp>
      <p:grpSp>
        <p:nvGrpSpPr>
          <p:cNvPr id="116" name="CR:BMT_FoundryBeetlePupa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17" name="Picture 116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foundry pupa</a:t>
              </a:r>
            </a:p>
          </p:txBody>
        </p:sp>
      </p:grpSp>
      <p:grpSp>
        <p:nvGrpSpPr>
          <p:cNvPr id="119" name="CR:BMT_JewelBeetlePupa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0" name="Picture 119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jewel pupa</a:t>
              </a:r>
            </a:p>
          </p:txBody>
        </p:sp>
      </p:grpSp>
      <p:grpSp>
        <p:nvGrpSpPr>
          <p:cNvPr id="122" name="CR:BMT_MossBeetlePupa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23" name="Picture 122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24" name="TextBox 123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 pupa</a:t>
              </a:r>
            </a:p>
          </p:txBody>
        </p:sp>
      </p:grpSp>
      <p:grpSp>
        <p:nvGrpSpPr>
          <p:cNvPr id="125" name="CR:BMT_RoyalRhinoPupa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26" name="Picture 125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27" name="TextBox 126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rhino pupa</a:t>
              </a:r>
            </a:p>
          </p:txBody>
        </p:sp>
      </p:grpSp>
      <p:grpSp>
        <p:nvGrpSpPr>
          <p:cNvPr id="128" name="CR:BMT_ShatterjawBeetlePupa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29" name="Picture 128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0" name="TextBox 129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shatterjaw pupa</a:t>
              </a:r>
            </a:p>
          </p:txBody>
        </p:sp>
      </p:grpSp>
      <p:grpSp>
        <p:nvGrpSpPr>
          <p:cNvPr id="131" name="CR:AM_Mech_TurboCleaner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32" name="Picture 131" descr="AM_Mech_TurboCleaner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33" name="TextBox 132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turbocleaner</a:t>
              </a:r>
            </a:p>
          </p:txBody>
        </p:sp>
      </p:grpSp>
      <p:grpSp>
        <p:nvGrpSpPr>
          <p:cNvPr id="134" name="CR:Mech_Cleansweeper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35" name="Picture 134" descr="Mech_Cleansweeper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36" name="TextBox 135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cleansweeper</a:t>
              </a:r>
            </a:p>
          </p:txBody>
        </p:sp>
      </p:grpSp>
      <p:grpSp>
        <p:nvGrpSpPr>
          <p:cNvPr id="137" name="CR:Mink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38" name="Picture 137" descr="Mink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39" name="Rectangle 138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mink</a:t>
              </a:r>
            </a:p>
          </p:txBody>
        </p:sp>
      </p:grpSp>
      <p:grpSp>
        <p:nvGrpSpPr>
          <p:cNvPr id="141" name="CR:Porcupine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42" name="Picture 141" descr="Porcupine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43" name="Rectangle 142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porcupine</a:t>
              </a:r>
            </a:p>
          </p:txBody>
        </p:sp>
      </p:grpSp>
      <p:grpSp>
        <p:nvGrpSpPr>
          <p:cNvPr id="145" name="CR:Swan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46" name="Picture 145" descr="Swan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47" name="Rectangle 146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swan</a:t>
              </a:r>
            </a:p>
          </p:txBody>
        </p:sp>
      </p:grpSp>
      <p:grpSp>
        <p:nvGrpSpPr>
          <p:cNvPr id="149" name="CR:Mech_Agrihand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50" name="Picture 149" descr="Mech_Agrihand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51" name="TextBox 150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agrihand</a:t>
              </a:r>
            </a:p>
          </p:txBody>
        </p:sp>
      </p:grpSp>
      <p:grpSp>
        <p:nvGrpSpPr>
          <p:cNvPr id="152" name="CR:Mech_Constructoid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53" name="Picture 152" descr="Mech_Constructoid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54" name="TextBox 153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constructoid</a:t>
              </a:r>
            </a:p>
          </p:txBody>
        </p:sp>
      </p:grpSp>
      <p:grpSp>
        <p:nvGrpSpPr>
          <p:cNvPr id="155" name="CR:Mech_Fabricor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56" name="Picture 155" descr="Mech_Fabricor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57" name="TextBox 156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fabricor</a:t>
              </a:r>
            </a:p>
          </p:txBody>
        </p:sp>
      </p:grpSp>
      <p:grpSp>
        <p:nvGrpSpPr>
          <p:cNvPr id="158" name="CR:AM_Mech_Guttersnipe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59" name="Picture 158" descr="AM_Mech_Guttersnipe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TextBox 159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guttersnipe</a:t>
              </a:r>
            </a:p>
          </p:txBody>
        </p:sp>
      </p:grpSp>
      <p:grpSp>
        <p:nvGrpSpPr>
          <p:cNvPr id="161" name="CR:Mech_Lifter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62" name="Picture 161" descr="Mech_Lifter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63" name="TextBox 162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lifter</a:t>
              </a:r>
            </a:p>
          </p:txBody>
        </p:sp>
      </p:grpSp>
      <p:grpSp>
        <p:nvGrpSpPr>
          <p:cNvPr id="164" name="CR:Mech_WarUrchin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65" name="Picture 164" descr="Mech_WarUrchin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66" name="TextBox 165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urchin</a:t>
              </a:r>
            </a:p>
          </p:txBody>
        </p:sp>
      </p:grpSp>
      <p:grpSp>
        <p:nvGrpSpPr>
          <p:cNvPr id="167" name="CR:BMT_BovineBeetleLarvae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68" name="Picture 167" descr="BMT_BovineBeetleLarvae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69" name="TextBox 168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bovine grub</a:t>
              </a:r>
            </a:p>
          </p:txBody>
        </p:sp>
      </p:grpSp>
      <p:grpSp>
        <p:nvGrpSpPr>
          <p:cNvPr id="170" name="CR:BMT_CrystalBeetleLarvae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71" name="Picture 170" descr="BMT_CrystalBeetleLarvae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72" name="TextBox 171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crystalback grub</a:t>
              </a:r>
            </a:p>
          </p:txBody>
        </p:sp>
      </p:grpSp>
      <p:grpSp>
        <p:nvGrpSpPr>
          <p:cNvPr id="173" name="CR:BMT_JewelBeetleLarvae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74" name="Picture 173" descr="BMT_JewelBeetleLarvae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75" name="TextBox 174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jewel grub</a:t>
              </a:r>
            </a:p>
          </p:txBody>
        </p:sp>
      </p:grpSp>
      <p:grpSp>
        <p:nvGrpSpPr>
          <p:cNvPr id="176" name="CR:BMT_RoyalRhinoLarvae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77" name="Picture 176" descr="BMT_RoyalRhinoLarvae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78" name="TextBox 177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rhino grub</a:t>
              </a:r>
            </a:p>
          </p:txBody>
        </p:sp>
      </p:grpSp>
      <p:grpSp>
        <p:nvGrpSpPr>
          <p:cNvPr id="179" name="CR:BMT_ShatterjawBeetleLarvae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80" name="Picture 179" descr="BMT_ShatterjawBeetleLarvae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81" name="TextBox 180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shatterjaw grub</a:t>
              </a:r>
            </a:p>
          </p:txBody>
        </p:sp>
      </p:grpSp>
      <p:grpSp>
        <p:nvGrpSpPr>
          <p:cNvPr id="182" name="CR:BMT_FoundryBeetleLarvae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183" name="Picture 182" descr="BMT_FoundryBeetleLarvae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184" name="TextBox 183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foundry grub</a:t>
              </a:r>
            </a:p>
          </p:txBody>
        </p:sp>
      </p:grpSp>
      <p:grpSp>
        <p:nvGrpSpPr>
          <p:cNvPr id="185" name="CR:PrairieDog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186" name="Picture 185" descr="PrairieDog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187" name="Rectangle 186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prairie dog</a:t>
              </a:r>
            </a:p>
          </p:txBody>
        </p:sp>
      </p:grpSp>
      <p:grpSp>
        <p:nvGrpSpPr>
          <p:cNvPr id="189" name="CR:DA_SilverMole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190" name="Picture 189" descr="DA_SilverMole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191" name="Rectangle 190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silver mole</a:t>
              </a:r>
            </a:p>
          </p:txBody>
        </p:sp>
      </p:grpSp>
      <p:grpSp>
        <p:nvGrpSpPr>
          <p:cNvPr id="193" name="CR:DA_ArcticOwlcat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194" name="Picture 193" descr="DA_ArcticOwlcat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195" name="Rectangle 194"/>
            <p:cNvSpPr/>
            <p:nvPr/>
          </p:nvSpPr>
          <p:spPr>
            <a:xfrm>
              <a:off x="1130198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arctic owlcat</a:t>
              </a:r>
            </a:p>
          </p:txBody>
        </p:sp>
      </p:grpSp>
      <p:grpSp>
        <p:nvGrpSpPr>
          <p:cNvPr id="197" name="CR:DA_ForestOwlcat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198" name="Picture 197" descr="DA_ForestOwlcat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199" name="Rectangle 198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forest owlcat</a:t>
              </a:r>
            </a:p>
          </p:txBody>
        </p:sp>
      </p:grpSp>
      <p:grpSp>
        <p:nvGrpSpPr>
          <p:cNvPr id="201" name="CR:RSW_Laa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02" name="Picture 201" descr="RSW_Laa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03" name="TextBox 202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laa scalefish</a:t>
              </a:r>
            </a:p>
          </p:txBody>
        </p:sp>
      </p:grpSp>
      <p:grpSp>
        <p:nvGrpSpPr>
          <p:cNvPr id="204" name="CR:IronScruff_Jellybird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05" name="Picture 204" descr="IronScruff_Jellybird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06" name="Rectangle 205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jellybird</a:t>
              </a:r>
            </a:p>
          </p:txBody>
        </p:sp>
      </p:grpSp>
      <p:grpSp>
        <p:nvGrpSpPr>
          <p:cNvPr id="208" name="CR:Otter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09" name="Picture 208" descr="Otte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10" name="Rectangle 209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otter</a:t>
              </a:r>
            </a:p>
          </p:txBody>
        </p:sp>
      </p:grpSp>
      <p:grpSp>
        <p:nvGrpSpPr>
          <p:cNvPr id="212" name="CR:Dryad_Carrier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13" name="Picture 212" descr="Dryad_Carrier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carrier dryad</a:t>
              </a:r>
            </a:p>
          </p:txBody>
        </p:sp>
      </p:grpSp>
      <p:grpSp>
        <p:nvGrpSpPr>
          <p:cNvPr id="215" name="CR:Mech_Militor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16" name="Picture 215" descr="Mech_Militor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17" name="TextBox 216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militor</a:t>
              </a:r>
            </a:p>
          </p:txBody>
        </p:sp>
      </p:grpSp>
      <p:grpSp>
        <p:nvGrpSpPr>
          <p:cNvPr id="218" name="CR:Mech_Paramedic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19" name="Picture 218" descr="Mech_Paramedic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20" name="TextBox 219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paramedic</a:t>
              </a:r>
            </a:p>
          </p:txBody>
        </p:sp>
      </p:grpSp>
      <p:grpSp>
        <p:nvGrpSpPr>
          <p:cNvPr id="221" name="CR:OuterRim_GNKDroid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22" name="Picture 221" descr="OuterRim_GNKDroid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TextBox 222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GNK Power Droid</a:t>
              </a:r>
            </a:p>
          </p:txBody>
        </p:sp>
      </p:grpSp>
      <p:grpSp>
        <p:nvGrpSpPr>
          <p:cNvPr id="224" name="CR:RG_Rabbit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25" name="Picture 224" descr="RG_Rabbit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26" name="Rectangle 225"/>
            <p:cNvSpPr/>
            <p:nvPr/>
          </p:nvSpPr>
          <p:spPr>
            <a:xfrm>
              <a:off x="508406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rabbit</a:t>
              </a:r>
            </a:p>
          </p:txBody>
        </p:sp>
      </p:grpSp>
      <p:grpSp>
        <p:nvGrpSpPr>
          <p:cNvPr id="228" name="CR:Macaw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29" name="Picture 228" descr="Macaw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30" name="Rectangle 229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macaw</a:t>
              </a:r>
            </a:p>
          </p:txBody>
        </p:sp>
      </p:grpSp>
      <p:grpSp>
        <p:nvGrpSpPr>
          <p:cNvPr id="232" name="CR:Badger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33" name="Picture 232" descr="Badger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34" name="Rectangle 233"/>
            <p:cNvSpPr/>
            <p:nvPr/>
          </p:nvSpPr>
          <p:spPr>
            <a:xfrm>
              <a:off x="632764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badger</a:t>
              </a:r>
            </a:p>
          </p:txBody>
        </p:sp>
      </p:grpSp>
      <p:grpSp>
        <p:nvGrpSpPr>
          <p:cNvPr id="236" name="CR:Flamingo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37" name="Picture 236" descr="Flamingo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38" name="Rectangle 237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flamingo</a:t>
              </a:r>
            </a:p>
          </p:txBody>
        </p:sp>
      </p:grpSp>
      <p:grpSp>
        <p:nvGrpSpPr>
          <p:cNvPr id="240" name="CR:AA_FlamingoPhoenix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41" name="Picture 240" descr="AA_FlamingoPhoenix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42" name="Rectangle 241"/>
            <p:cNvSpPr/>
            <p:nvPr/>
          </p:nvSpPr>
          <p:spPr>
            <a:xfrm>
              <a:off x="757123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flamingo phoenix</a:t>
              </a:r>
            </a:p>
          </p:txBody>
        </p:sp>
      </p:grpSp>
      <p:grpSp>
        <p:nvGrpSpPr>
          <p:cNvPr id="244" name="CR:Goose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45" name="Picture 244" descr="Goose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46" name="TextBox 245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goose</a:t>
              </a:r>
            </a:p>
          </p:txBody>
        </p:sp>
      </p:grpSp>
      <p:grpSp>
        <p:nvGrpSpPr>
          <p:cNvPr id="247" name="CR:Heron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48" name="Picture 247" descr="Heron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49" name="Rectangle 248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heron</a:t>
              </a:r>
            </a:p>
          </p:txBody>
        </p:sp>
      </p:grpSp>
      <p:grpSp>
        <p:nvGrpSpPr>
          <p:cNvPr id="251" name="CR:Peacock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52" name="Picture 251" descr="Peacock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53" name="Rectangle 252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peafowl</a:t>
              </a:r>
            </a:p>
          </p:txBody>
        </p:sp>
      </p:grpSp>
      <p:grpSp>
        <p:nvGrpSpPr>
          <p:cNvPr id="255" name="CR:GR_Turkeyman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56" name="Picture 255" descr="GR_Turkeyman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57" name="Rectangle 256"/>
            <p:cNvSpPr/>
            <p:nvPr/>
          </p:nvSpPr>
          <p:spPr>
            <a:xfrm>
              <a:off x="1005840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turkeyman</a:t>
              </a:r>
            </a:p>
          </p:txBody>
        </p:sp>
      </p:grpSp>
      <p:grpSp>
        <p:nvGrpSpPr>
          <p:cNvPr id="259" name="CR:Penguin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60" name="Picture 259" descr="Penguin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61" name="Rectangle 260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penguin</a:t>
              </a:r>
            </a:p>
          </p:txBody>
        </p:sp>
      </p:grpSp>
      <p:grpSp>
        <p:nvGrpSpPr>
          <p:cNvPr id="263" name="CR:OuterRim_FX7Droid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64" name="Picture 263" descr="OuterRim_FX7Droid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65" name="TextBox 264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fx-7 medical droid</a:t>
              </a:r>
            </a:p>
          </p:txBody>
        </p:sp>
      </p:grpSp>
      <p:sp>
        <p:nvSpPr>
          <p:cNvPr id="266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(19 here)</a:t>
            </a:r>
          </a:p>
        </p:txBody>
      </p:sp>
      <p:grpSp>
        <p:nvGrpSpPr>
          <p:cNvPr id="269" name="CR:Drone_Wasp"/>
          <p:cNvGrpSpPr/>
          <p:nvPr/>
        </p:nvGrpSpPr>
        <p:grpSpPr>
          <a:xfrm>
            <a:off x="73152" y="3877056"/>
            <a:ext cx="621792" cy="704088"/>
            <a:chOff x="73152" y="3877056"/>
            <a:chExt cx="621792" cy="704088"/>
          </a:xfrm>
        </p:grpSpPr>
        <p:pic>
          <p:nvPicPr>
            <p:cNvPr id="270" name="Picture 269" descr="Drone_Wasp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109728" y="3877056"/>
              <a:ext cx="548640" cy="548640"/>
            </a:xfrm>
            <a:prstGeom prst="rect">
              <a:avLst/>
            </a:prstGeom>
          </p:spPr>
        </p:pic>
        <p:sp>
          <p:nvSpPr>
            <p:cNvPr id="271" name="TextBox 270"/>
            <p:cNvSpPr txBox="1"/>
            <p:nvPr/>
          </p:nvSpPr>
          <p:spPr>
            <a:xfrm>
              <a:off x="7315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wasp</a:t>
              </a:r>
            </a:p>
          </p:txBody>
        </p:sp>
      </p:grpSp>
      <p:grpSp>
        <p:nvGrpSpPr>
          <p:cNvPr id="272" name="CR:Drone_Hunter"/>
          <p:cNvGrpSpPr/>
          <p:nvPr/>
        </p:nvGrpSpPr>
        <p:grpSpPr>
          <a:xfrm>
            <a:off x="694944" y="3877056"/>
            <a:ext cx="621792" cy="704088"/>
            <a:chOff x="694944" y="3877056"/>
            <a:chExt cx="621792" cy="704088"/>
          </a:xfrm>
        </p:grpSpPr>
        <p:pic>
          <p:nvPicPr>
            <p:cNvPr id="273" name="Picture 272" descr="Drone_Hunter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731520" y="3877056"/>
              <a:ext cx="548640" cy="548640"/>
            </a:xfrm>
            <a:prstGeom prst="rect">
              <a:avLst/>
            </a:prstGeom>
          </p:spPr>
        </p:pic>
        <p:sp>
          <p:nvSpPr>
            <p:cNvPr id="274" name="TextBox 273"/>
            <p:cNvSpPr txBox="1"/>
            <p:nvPr/>
          </p:nvSpPr>
          <p:spPr>
            <a:xfrm>
              <a:off x="69494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hunter drone</a:t>
              </a:r>
            </a:p>
          </p:txBody>
        </p:sp>
      </p:grpSp>
      <p:grpSp>
        <p:nvGrpSpPr>
          <p:cNvPr id="275" name="CR:Dryad_Basic"/>
          <p:cNvGrpSpPr/>
          <p:nvPr/>
        </p:nvGrpSpPr>
        <p:grpSpPr>
          <a:xfrm>
            <a:off x="1316736" y="3877056"/>
            <a:ext cx="621792" cy="704088"/>
            <a:chOff x="1316736" y="3877056"/>
            <a:chExt cx="621792" cy="704088"/>
          </a:xfrm>
        </p:grpSpPr>
        <p:pic>
          <p:nvPicPr>
            <p:cNvPr id="276" name="Picture 275" descr="Dryad_Basic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353312" y="3877056"/>
              <a:ext cx="548640" cy="548640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131673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immature dryad</a:t>
              </a:r>
            </a:p>
          </p:txBody>
        </p:sp>
      </p:grpSp>
      <p:grpSp>
        <p:nvGrpSpPr>
          <p:cNvPr id="278" name="CR:OuterRim_MSEDroid"/>
          <p:cNvGrpSpPr/>
          <p:nvPr/>
        </p:nvGrpSpPr>
        <p:grpSpPr>
          <a:xfrm>
            <a:off x="1938528" y="3877056"/>
            <a:ext cx="621792" cy="704088"/>
            <a:chOff x="1938528" y="3877056"/>
            <a:chExt cx="621792" cy="704088"/>
          </a:xfrm>
        </p:grpSpPr>
        <p:pic>
          <p:nvPicPr>
            <p:cNvPr id="279" name="Picture 278" descr="OuterRim_MSEDroid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975104" y="3877056"/>
              <a:ext cx="548640" cy="548640"/>
            </a:xfrm>
            <a:prstGeom prst="rect">
              <a:avLst/>
            </a:prstGeom>
          </p:spPr>
        </p:pic>
        <p:sp>
          <p:nvSpPr>
            <p:cNvPr id="280" name="TextBox 279"/>
            <p:cNvSpPr txBox="1"/>
            <p:nvPr/>
          </p:nvSpPr>
          <p:spPr>
            <a:xfrm>
              <a:off x="193852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MSE Repair Droid</a:t>
              </a:r>
            </a:p>
          </p:txBody>
        </p:sp>
      </p:grpSp>
      <p:grpSp>
        <p:nvGrpSpPr>
          <p:cNvPr id="281" name="CR:Fingerspike"/>
          <p:cNvGrpSpPr/>
          <p:nvPr/>
        </p:nvGrpSpPr>
        <p:grpSpPr>
          <a:xfrm>
            <a:off x="2560320" y="3877056"/>
            <a:ext cx="621792" cy="704088"/>
            <a:chOff x="2560320" y="3877056"/>
            <a:chExt cx="621792" cy="704088"/>
          </a:xfrm>
        </p:grpSpPr>
        <p:pic>
          <p:nvPicPr>
            <p:cNvPr id="282" name="Picture 281" descr="Fingerspike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596896" y="3877056"/>
              <a:ext cx="548640" cy="548640"/>
            </a:xfrm>
            <a:prstGeom prst="rect">
              <a:avLst/>
            </a:prstGeom>
          </p:spPr>
        </p:pic>
        <p:sp>
          <p:nvSpPr>
            <p:cNvPr id="283" name="TextBox 282"/>
            <p:cNvSpPr txBox="1"/>
            <p:nvPr/>
          </p:nvSpPr>
          <p:spPr>
            <a:xfrm>
              <a:off x="256032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fingerspike</a:t>
              </a:r>
            </a:p>
          </p:txBody>
        </p:sp>
      </p:grpSp>
      <p:grpSp>
        <p:nvGrpSpPr>
          <p:cNvPr id="284" name="CR:FleshmassNucleus"/>
          <p:cNvGrpSpPr/>
          <p:nvPr/>
        </p:nvGrpSpPr>
        <p:grpSpPr>
          <a:xfrm>
            <a:off x="3182112" y="3877056"/>
            <a:ext cx="621792" cy="704088"/>
            <a:chOff x="3182112" y="3877056"/>
            <a:chExt cx="621792" cy="704088"/>
          </a:xfrm>
        </p:grpSpPr>
        <p:pic>
          <p:nvPicPr>
            <p:cNvPr id="285" name="Picture 284" descr="FleshmassNucleus.112.jp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3218688" y="3877056"/>
              <a:ext cx="548640" cy="548640"/>
            </a:xfrm>
            <a:prstGeom prst="rect">
              <a:avLst/>
            </a:prstGeom>
          </p:spPr>
        </p:pic>
        <p:sp>
          <p:nvSpPr>
            <p:cNvPr id="286" name="TextBox 285"/>
            <p:cNvSpPr txBox="1"/>
            <p:nvPr/>
          </p:nvSpPr>
          <p:spPr>
            <a:xfrm>
              <a:off x="318211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fleshmass nucleus</a:t>
              </a:r>
            </a:p>
          </p:txBody>
        </p:sp>
      </p:grpSp>
      <p:grpSp>
        <p:nvGrpSpPr>
          <p:cNvPr id="287" name="CR:Metalhorror"/>
          <p:cNvGrpSpPr/>
          <p:nvPr/>
        </p:nvGrpSpPr>
        <p:grpSpPr>
          <a:xfrm>
            <a:off x="3803904" y="3877056"/>
            <a:ext cx="621792" cy="704088"/>
            <a:chOff x="3803904" y="3877056"/>
            <a:chExt cx="621792" cy="704088"/>
          </a:xfrm>
        </p:grpSpPr>
        <p:pic>
          <p:nvPicPr>
            <p:cNvPr id="288" name="Picture 287" descr="Metalhorror.112.jp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3840480" y="3877056"/>
              <a:ext cx="548640" cy="548640"/>
            </a:xfrm>
            <a:prstGeom prst="rect">
              <a:avLst/>
            </a:prstGeom>
          </p:spPr>
        </p:pic>
        <p:sp>
          <p:nvSpPr>
            <p:cNvPr id="289" name="TextBox 288"/>
            <p:cNvSpPr txBox="1"/>
            <p:nvPr/>
          </p:nvSpPr>
          <p:spPr>
            <a:xfrm>
              <a:off x="380390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metalhorror</a:t>
              </a:r>
            </a:p>
          </p:txBody>
        </p:sp>
      </p:grpSp>
      <p:grpSp>
        <p:nvGrpSpPr>
          <p:cNvPr id="290" name="CR:Toughspike"/>
          <p:cNvGrpSpPr/>
          <p:nvPr/>
        </p:nvGrpSpPr>
        <p:grpSpPr>
          <a:xfrm>
            <a:off x="4425696" y="3877056"/>
            <a:ext cx="621792" cy="704088"/>
            <a:chOff x="4425696" y="3877056"/>
            <a:chExt cx="621792" cy="704088"/>
          </a:xfrm>
        </p:grpSpPr>
        <p:pic>
          <p:nvPicPr>
            <p:cNvPr id="291" name="Picture 290" descr="Toughspike.112.jpg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4462272" y="3877056"/>
              <a:ext cx="548640" cy="548640"/>
            </a:xfrm>
            <a:prstGeom prst="rect">
              <a:avLst/>
            </a:prstGeom>
          </p:spPr>
        </p:pic>
        <p:sp>
          <p:nvSpPr>
            <p:cNvPr id="292" name="TextBox 291"/>
            <p:cNvSpPr txBox="1"/>
            <p:nvPr/>
          </p:nvSpPr>
          <p:spPr>
            <a:xfrm>
              <a:off x="442569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toughspike</a:t>
              </a:r>
            </a:p>
          </p:txBody>
        </p:sp>
      </p:grpSp>
      <p:grpSp>
        <p:nvGrpSpPr>
          <p:cNvPr id="293" name="CR:Mech_Pikeman"/>
          <p:cNvGrpSpPr/>
          <p:nvPr/>
        </p:nvGrpSpPr>
        <p:grpSpPr>
          <a:xfrm>
            <a:off x="5047488" y="3877056"/>
            <a:ext cx="621792" cy="704088"/>
            <a:chOff x="5047488" y="3877056"/>
            <a:chExt cx="621792" cy="704088"/>
          </a:xfrm>
        </p:grpSpPr>
        <p:pic>
          <p:nvPicPr>
            <p:cNvPr id="294" name="Picture 293" descr="Mech_Pikeman.112.jpg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5084064" y="3877056"/>
              <a:ext cx="548640" cy="548640"/>
            </a:xfrm>
            <a:prstGeom prst="rect">
              <a:avLst/>
            </a:prstGeom>
          </p:spPr>
        </p:pic>
        <p:sp>
          <p:nvSpPr>
            <p:cNvPr id="295" name="TextBox 294"/>
            <p:cNvSpPr txBox="1"/>
            <p:nvPr/>
          </p:nvSpPr>
          <p:spPr>
            <a:xfrm>
              <a:off x="504748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pikeman</a:t>
              </a:r>
            </a:p>
          </p:txBody>
        </p:sp>
      </p:grpSp>
      <p:grpSp>
        <p:nvGrpSpPr>
          <p:cNvPr id="296" name="CR:Mech_Centurion"/>
          <p:cNvGrpSpPr/>
          <p:nvPr/>
        </p:nvGrpSpPr>
        <p:grpSpPr>
          <a:xfrm>
            <a:off x="5669280" y="3877056"/>
            <a:ext cx="621792" cy="704088"/>
            <a:chOff x="5669280" y="3877056"/>
            <a:chExt cx="621792" cy="704088"/>
          </a:xfrm>
        </p:grpSpPr>
        <p:pic>
          <p:nvPicPr>
            <p:cNvPr id="297" name="Picture 296" descr="Mech_Centurion.112.jpg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5705856" y="3877056"/>
              <a:ext cx="548640" cy="54864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566928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centurion</a:t>
              </a:r>
            </a:p>
          </p:txBody>
        </p:sp>
      </p:grpSp>
      <p:grpSp>
        <p:nvGrpSpPr>
          <p:cNvPr id="299" name="CR:Chimera"/>
          <p:cNvGrpSpPr/>
          <p:nvPr/>
        </p:nvGrpSpPr>
        <p:grpSpPr>
          <a:xfrm>
            <a:off x="6291072" y="3877056"/>
            <a:ext cx="621792" cy="704088"/>
            <a:chOff x="6291072" y="3877056"/>
            <a:chExt cx="621792" cy="704088"/>
          </a:xfrm>
        </p:grpSpPr>
        <p:pic>
          <p:nvPicPr>
            <p:cNvPr id="300" name="Picture 299" descr="Chimera.112.jpg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6327648" y="3877056"/>
              <a:ext cx="548640" cy="54864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629107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chimera</a:t>
              </a:r>
            </a:p>
          </p:txBody>
        </p:sp>
      </p:grpSp>
      <p:grpSp>
        <p:nvGrpSpPr>
          <p:cNvPr id="302" name="CR:Cow"/>
          <p:cNvGrpSpPr/>
          <p:nvPr/>
        </p:nvGrpSpPr>
        <p:grpSpPr>
          <a:xfrm>
            <a:off x="6912864" y="3877056"/>
            <a:ext cx="621792" cy="704088"/>
            <a:chOff x="6912864" y="3877056"/>
            <a:chExt cx="621792" cy="704088"/>
          </a:xfrm>
        </p:grpSpPr>
        <p:pic>
          <p:nvPicPr>
            <p:cNvPr id="303" name="Picture 302" descr="Cow.112.jpg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6949440" y="3877056"/>
              <a:ext cx="548640" cy="54864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691286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cow</a:t>
              </a:r>
            </a:p>
          </p:txBody>
        </p:sp>
      </p:grpSp>
      <p:grpSp>
        <p:nvGrpSpPr>
          <p:cNvPr id="305" name="CR:Mech_Termite"/>
          <p:cNvGrpSpPr/>
          <p:nvPr/>
        </p:nvGrpSpPr>
        <p:grpSpPr>
          <a:xfrm>
            <a:off x="7534656" y="3877056"/>
            <a:ext cx="621792" cy="704088"/>
            <a:chOff x="7534656" y="3877056"/>
            <a:chExt cx="621792" cy="704088"/>
          </a:xfrm>
        </p:grpSpPr>
        <p:pic>
          <p:nvPicPr>
            <p:cNvPr id="306" name="Picture 305" descr="Mech_Termite.112.jpg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571232" y="3877056"/>
              <a:ext cx="548640" cy="54864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753465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termite</a:t>
              </a:r>
            </a:p>
          </p:txBody>
        </p:sp>
      </p:grpSp>
      <p:grpSp>
        <p:nvGrpSpPr>
          <p:cNvPr id="308" name="CR:Mech_CentipedeBlaster"/>
          <p:cNvGrpSpPr/>
          <p:nvPr/>
        </p:nvGrpSpPr>
        <p:grpSpPr>
          <a:xfrm>
            <a:off x="8156448" y="3877056"/>
            <a:ext cx="621792" cy="704088"/>
            <a:chOff x="8156448" y="3877056"/>
            <a:chExt cx="621792" cy="704088"/>
          </a:xfrm>
        </p:grpSpPr>
        <p:pic>
          <p:nvPicPr>
            <p:cNvPr id="309" name="Picture 308" descr="Mech_CentipedeBlaster.112.jpg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8193024" y="3877056"/>
              <a:ext cx="548640" cy="548640"/>
            </a:xfrm>
            <a:prstGeom prst="rect">
              <a:avLst/>
            </a:prstGeom>
          </p:spPr>
        </p:pic>
        <p:sp>
          <p:nvSpPr>
            <p:cNvPr id="310" name="TextBox 309"/>
            <p:cNvSpPr txBox="1"/>
            <p:nvPr/>
          </p:nvSpPr>
          <p:spPr>
            <a:xfrm>
              <a:off x="815644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centipede blaster</a:t>
              </a:r>
            </a:p>
          </p:txBody>
        </p:sp>
      </p:grpSp>
      <p:grpSp>
        <p:nvGrpSpPr>
          <p:cNvPr id="311" name="CR:Mech_CentipedeBurner"/>
          <p:cNvGrpSpPr/>
          <p:nvPr/>
        </p:nvGrpSpPr>
        <p:grpSpPr>
          <a:xfrm>
            <a:off x="8778240" y="3877056"/>
            <a:ext cx="621792" cy="704088"/>
            <a:chOff x="8778240" y="3877056"/>
            <a:chExt cx="621792" cy="704088"/>
          </a:xfrm>
        </p:grpSpPr>
        <p:pic>
          <p:nvPicPr>
            <p:cNvPr id="312" name="Picture 311" descr="Mech_CentipedeBurner.112.jpg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8814816" y="3877056"/>
              <a:ext cx="548640" cy="548640"/>
            </a:xfrm>
            <a:prstGeom prst="rect">
              <a:avLst/>
            </a:prstGeom>
          </p:spPr>
        </p:pic>
        <p:sp>
          <p:nvSpPr>
            <p:cNvPr id="313" name="TextBox 312"/>
            <p:cNvSpPr txBox="1"/>
            <p:nvPr/>
          </p:nvSpPr>
          <p:spPr>
            <a:xfrm>
              <a:off x="877824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centipede burner</a:t>
              </a:r>
            </a:p>
          </p:txBody>
        </p:sp>
      </p:grpSp>
      <p:grpSp>
        <p:nvGrpSpPr>
          <p:cNvPr id="314" name="CR:Mech_CentipedeGunner"/>
          <p:cNvGrpSpPr/>
          <p:nvPr/>
        </p:nvGrpSpPr>
        <p:grpSpPr>
          <a:xfrm>
            <a:off x="9400032" y="3877056"/>
            <a:ext cx="621792" cy="704088"/>
            <a:chOff x="9400032" y="3877056"/>
            <a:chExt cx="621792" cy="704088"/>
          </a:xfrm>
        </p:grpSpPr>
        <p:pic>
          <p:nvPicPr>
            <p:cNvPr id="315" name="Picture 314" descr="Mech_CentipedeGunner.112.jpg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9436608" y="3877056"/>
              <a:ext cx="548640" cy="548640"/>
            </a:xfrm>
            <a:prstGeom prst="rect">
              <a:avLst/>
            </a:prstGeom>
          </p:spPr>
        </p:pic>
        <p:sp>
          <p:nvSpPr>
            <p:cNvPr id="316" name="TextBox 315"/>
            <p:cNvSpPr txBox="1"/>
            <p:nvPr/>
          </p:nvSpPr>
          <p:spPr>
            <a:xfrm>
              <a:off x="940003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centipede gunner</a:t>
              </a:r>
            </a:p>
          </p:txBody>
        </p:sp>
      </p:grpSp>
      <p:grpSp>
        <p:nvGrpSpPr>
          <p:cNvPr id="317" name="CR:Bulbfreak"/>
          <p:cNvGrpSpPr/>
          <p:nvPr/>
        </p:nvGrpSpPr>
        <p:grpSpPr>
          <a:xfrm>
            <a:off x="10021824" y="3877056"/>
            <a:ext cx="621792" cy="704088"/>
            <a:chOff x="10021824" y="3877056"/>
            <a:chExt cx="621792" cy="704088"/>
          </a:xfrm>
        </p:grpSpPr>
        <p:pic>
          <p:nvPicPr>
            <p:cNvPr id="318" name="Picture 317" descr="Bulbfreak.112.jpg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0058400" y="3877056"/>
              <a:ext cx="548640" cy="548640"/>
            </a:xfrm>
            <a:prstGeom prst="rect">
              <a:avLst/>
            </a:prstGeom>
          </p:spPr>
        </p:pic>
        <p:sp>
          <p:nvSpPr>
            <p:cNvPr id="319" name="TextBox 318"/>
            <p:cNvSpPr txBox="1"/>
            <p:nvPr/>
          </p:nvSpPr>
          <p:spPr>
            <a:xfrm>
              <a:off x="1002182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bulbfreak</a:t>
              </a:r>
            </a:p>
          </p:txBody>
        </p:sp>
      </p:grpSp>
      <p:grpSp>
        <p:nvGrpSpPr>
          <p:cNvPr id="320" name="CR:Mech_Diabolus"/>
          <p:cNvGrpSpPr/>
          <p:nvPr/>
        </p:nvGrpSpPr>
        <p:grpSpPr>
          <a:xfrm>
            <a:off x="10643616" y="3877056"/>
            <a:ext cx="621792" cy="704088"/>
            <a:chOff x="10643616" y="3877056"/>
            <a:chExt cx="621792" cy="704088"/>
          </a:xfrm>
        </p:grpSpPr>
        <p:pic>
          <p:nvPicPr>
            <p:cNvPr id="321" name="Picture 320" descr="Mech_Diabolus.112.jpg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680192" y="3877056"/>
              <a:ext cx="548640" cy="548640"/>
            </a:xfrm>
            <a:prstGeom prst="rect">
              <a:avLst/>
            </a:prstGeom>
          </p:spPr>
        </p:pic>
        <p:sp>
          <p:nvSpPr>
            <p:cNvPr id="322" name="TextBox 321"/>
            <p:cNvSpPr txBox="1"/>
            <p:nvPr/>
          </p:nvSpPr>
          <p:spPr>
            <a:xfrm>
              <a:off x="1064361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diabolus</a:t>
              </a:r>
            </a:p>
          </p:txBody>
        </p:sp>
      </p:grpSp>
      <p:grpSp>
        <p:nvGrpSpPr>
          <p:cNvPr id="323" name="CR:Devourer"/>
          <p:cNvGrpSpPr/>
          <p:nvPr/>
        </p:nvGrpSpPr>
        <p:grpSpPr>
          <a:xfrm>
            <a:off x="11265408" y="3877056"/>
            <a:ext cx="621792" cy="704088"/>
            <a:chOff x="11265408" y="3877056"/>
            <a:chExt cx="621792" cy="704088"/>
          </a:xfrm>
        </p:grpSpPr>
        <p:pic>
          <p:nvPicPr>
            <p:cNvPr id="324" name="Picture 323" descr="Devourer.112.jpg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1301984" y="3877056"/>
              <a:ext cx="548640" cy="548640"/>
            </a:xfrm>
            <a:prstGeom prst="rect">
              <a:avLst/>
            </a:prstGeom>
          </p:spPr>
        </p:pic>
        <p:sp>
          <p:nvSpPr>
            <p:cNvPr id="325" name="TextBox 324"/>
            <p:cNvSpPr txBox="1"/>
            <p:nvPr/>
          </p:nvSpPr>
          <p:spPr>
            <a:xfrm>
              <a:off x="1126540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devourer</a:t>
              </a:r>
            </a:p>
          </p:txBody>
        </p:sp>
      </p:grpSp>
      <p:sp>
        <p:nvSpPr>
          <p:cNvPr id="326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329" name="CR:Trispike"/>
          <p:cNvGrpSpPr/>
          <p:nvPr/>
        </p:nvGrpSpPr>
        <p:grpSpPr>
          <a:xfrm>
            <a:off x="73152" y="4846320"/>
            <a:ext cx="621792" cy="704088"/>
            <a:chOff x="73152" y="4846320"/>
            <a:chExt cx="621792" cy="704088"/>
          </a:xfrm>
        </p:grpSpPr>
        <p:pic>
          <p:nvPicPr>
            <p:cNvPr id="330" name="Picture 329" descr="Trispike.112.jpg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9728" y="4846320"/>
              <a:ext cx="548640" cy="548640"/>
            </a:xfrm>
            <a:prstGeom prst="rect">
              <a:avLst/>
            </a:prstGeom>
          </p:spPr>
        </p:pic>
        <p:sp>
          <p:nvSpPr>
            <p:cNvPr id="331" name="TextBox 330"/>
            <p:cNvSpPr txBox="1"/>
            <p:nvPr/>
          </p:nvSpPr>
          <p:spPr>
            <a:xfrm>
              <a:off x="73152" y="539496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trispike</a:t>
              </a:r>
            </a:p>
          </p:txBody>
        </p:sp>
      </p:grpSp>
      <p:sp>
        <p:nvSpPr>
          <p:cNvPr id="332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2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(2/7)</a:t>
            </a:r>
            <a:r>
              <a:rPr sz="1000">
                <a:solidFill>
                  <a:srgbClr val="A89A80"/>
                </a:solidFill>
              </a:rPr>
              <a:t>     84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BMT_FacetMothPupa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FacetMothPupa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facet pupa</a:t>
              </a:r>
            </a:p>
          </p:txBody>
        </p:sp>
      </p:grpSp>
      <p:grpSp>
        <p:nvGrpSpPr>
          <p:cNvPr id="10" name="CR:BMT_SmogPup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SmogPup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smog pupa</a:t>
              </a:r>
            </a:p>
          </p:txBody>
        </p:sp>
      </p:grpSp>
      <p:grpSp>
        <p:nvGrpSpPr>
          <p:cNvPr id="13" name="CR:Fox_Fennec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Fox_Fennec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fennec fox</a:t>
              </a:r>
            </a:p>
          </p:txBody>
        </p:sp>
      </p:grpSp>
      <p:grpSp>
        <p:nvGrpSpPr>
          <p:cNvPr id="17" name="CR:VAEWaste_Toxafox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8" name="Picture 17" descr="VAEWaste_Toxafox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toxafox</a:t>
              </a:r>
            </a:p>
          </p:txBody>
        </p:sp>
      </p:grpSp>
      <p:grpSp>
        <p:nvGrpSpPr>
          <p:cNvPr id="21" name="CR:Drone_Sentry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2" name="Picture 21" descr="Drone_Sentry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sentry drone</a:t>
              </a:r>
            </a:p>
          </p:txBody>
        </p:sp>
      </p:grpSp>
      <p:grpSp>
        <p:nvGrpSpPr>
          <p:cNvPr id="24" name="CR:GR_Mechara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5" name="Picture 24" descr="GR_Mechara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mecha-rat</a:t>
              </a:r>
            </a:p>
          </p:txBody>
        </p:sp>
      </p:grpSp>
      <p:grpSp>
        <p:nvGrpSpPr>
          <p:cNvPr id="27" name="CR:AA_PhoenixOwlcat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8" name="Picture 27" descr="AA_PhoenixOwlcat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phoenix owlcat</a:t>
              </a:r>
            </a:p>
          </p:txBody>
        </p:sp>
      </p:grpSp>
      <p:grpSp>
        <p:nvGrpSpPr>
          <p:cNvPr id="31" name="CR:Cobr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2" name="Picture 31" descr="Cobr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446227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cobra</a:t>
              </a:r>
            </a:p>
          </p:txBody>
        </p:sp>
      </p:grpSp>
      <p:grpSp>
        <p:nvGrpSpPr>
          <p:cNvPr id="35" name="CR:SWPotF_RaceDef_ysalamir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6" name="Picture 35" descr="SWPotF_RaceDef_ysalamir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ysalamir</a:t>
              </a:r>
            </a:p>
          </p:txBody>
        </p:sp>
      </p:grpSp>
      <p:grpSp>
        <p:nvGrpSpPr>
          <p:cNvPr id="38" name="CR:Alphabeaver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9" name="Picture 38" descr="Alphabeaver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alphabeaver</a:t>
              </a:r>
            </a:p>
          </p:txBody>
        </p:sp>
      </p:grpSp>
      <p:grpSp>
        <p:nvGrpSpPr>
          <p:cNvPr id="42" name="CR:GR_ParagonChicken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3" name="Picture 42" descr="GR_ParagonChicken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4" name="Rectangle 43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avian paragon</a:t>
              </a:r>
            </a:p>
          </p:txBody>
        </p:sp>
      </p:grpSp>
      <p:grpSp>
        <p:nvGrpSpPr>
          <p:cNvPr id="46" name="CR:AA_DevilSheep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7" name="Picture 46" descr="AA_DevilSheep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devil sheep</a:t>
              </a:r>
            </a:p>
          </p:txBody>
        </p:sp>
      </p:grpSp>
      <p:grpSp>
        <p:nvGrpSpPr>
          <p:cNvPr id="50" name="CR:OuterRim_SalvageAssistDroid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1" name="Picture 50" descr="OuterRim_SalvageAssistDroid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salvage assist droid</a:t>
              </a:r>
            </a:p>
          </p:txBody>
        </p:sp>
      </p:grpSp>
      <p:grpSp>
        <p:nvGrpSpPr>
          <p:cNvPr id="53" name="CR:SeaTurtl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4" name="Picture 53" descr="SeaTurtl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5" name="Rectangle 54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sea turtle</a:t>
              </a:r>
            </a:p>
          </p:txBody>
        </p:sp>
      </p:grpSp>
      <p:grpSp>
        <p:nvGrpSpPr>
          <p:cNvPr id="57" name="CR:Tortois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8" name="Picture 57" descr="Tortois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9" name="Rectangle 58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tortoise</a:t>
              </a:r>
            </a:p>
          </p:txBody>
        </p:sp>
      </p:grpSp>
      <p:grpSp>
        <p:nvGrpSpPr>
          <p:cNvPr id="61" name="CR:Armadillo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2" name="Picture 61" descr="Armadillo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Rectangle 62"/>
            <p:cNvSpPr/>
            <p:nvPr/>
          </p:nvSpPr>
          <p:spPr>
            <a:xfrm>
              <a:off x="943660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armadillo</a:t>
              </a:r>
            </a:p>
          </p:txBody>
        </p:sp>
      </p:grpSp>
      <p:grpSp>
        <p:nvGrpSpPr>
          <p:cNvPr id="65" name="CR:Dryad_Barkskin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6" name="Picture 65" descr="Dryad_Barkskin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7" name="TextBox 6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barkskin dryad</a:t>
              </a:r>
            </a:p>
          </p:txBody>
        </p:sp>
      </p:grpSp>
      <p:grpSp>
        <p:nvGrpSpPr>
          <p:cNvPr id="68" name="CR:Dryad_Berrymake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69" name="Picture 68" descr="Dryad_Berrymaker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berrymaker dryad</a:t>
              </a:r>
            </a:p>
          </p:txBody>
        </p:sp>
      </p:grpSp>
      <p:grpSp>
        <p:nvGrpSpPr>
          <p:cNvPr id="71" name="CR:Dryad_Clawer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2" name="Picture 71" descr="Dryad_Clawer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3" name="TextBox 7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clawer dryad</a:t>
              </a:r>
            </a:p>
          </p:txBody>
        </p:sp>
      </p:grpSp>
      <p:grpSp>
        <p:nvGrpSpPr>
          <p:cNvPr id="74" name="CR:Dryad_Gaumaker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5" name="Picture 74" descr="Dryad_Gaumake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gaumaker dryad</a:t>
              </a:r>
            </a:p>
          </p:txBody>
        </p:sp>
      </p:grpSp>
      <p:grpSp>
        <p:nvGrpSpPr>
          <p:cNvPr id="77" name="CR:Dryad_Medicinemaker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78" name="Picture 77" descr="Dryad_Medicinemaker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79" name="TextBox 7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medicinemaker dryad</a:t>
              </a:r>
            </a:p>
          </p:txBody>
        </p:sp>
      </p:grpSp>
      <p:grpSp>
        <p:nvGrpSpPr>
          <p:cNvPr id="80" name="CR:Dryad_Woodmaker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1" name="Picture 80" descr="Dryad_Woodmaker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2" name="TextBox 8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woodmaker dryad</a:t>
              </a:r>
            </a:p>
          </p:txBody>
        </p:sp>
      </p:grpSp>
      <p:grpSp>
        <p:nvGrpSpPr>
          <p:cNvPr id="83" name="CR:OuterRim_AstromechDroid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4" name="Picture 83" descr="OuterRim_AstromechDroid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Astromech Droid</a:t>
              </a:r>
            </a:p>
          </p:txBody>
        </p:sp>
      </p:grpSp>
      <p:grpSp>
        <p:nvGrpSpPr>
          <p:cNvPr id="86" name="CR:Capybara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87" name="Picture 86" descr="Capybara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88" name="Rectangle 87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capybara</a:t>
              </a:r>
            </a:p>
          </p:txBody>
        </p:sp>
      </p:grpSp>
      <p:grpSp>
        <p:nvGrpSpPr>
          <p:cNvPr id="90" name="CR:GR_Dogman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1" name="Picture 90" descr="GR_Dogman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2" name="Rectangle 91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dogman</a:t>
              </a:r>
            </a:p>
          </p:txBody>
        </p:sp>
      </p:grpSp>
      <p:grpSp>
        <p:nvGrpSpPr>
          <p:cNvPr id="94" name="CR:Seal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5" name="Picture 94" descr="Seal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6" name="Rectangle 95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seal</a:t>
              </a:r>
            </a:p>
          </p:txBody>
        </p:sp>
      </p:grpSp>
      <p:grpSp>
        <p:nvGrpSpPr>
          <p:cNvPr id="98" name="CR:Zebra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99" name="Picture 98" descr="Zebra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0" name="Rectangle 99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zebra</a:t>
              </a:r>
            </a:p>
          </p:txBody>
        </p:sp>
      </p:grpSp>
      <p:grpSp>
        <p:nvGrpSpPr>
          <p:cNvPr id="102" name="CR:AM_Mech_Artilleron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3" name="Picture 102" descr="AM_Mech_Artilleron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artilleron</a:t>
              </a:r>
            </a:p>
          </p:txBody>
        </p:sp>
      </p:grpSp>
      <p:grpSp>
        <p:nvGrpSpPr>
          <p:cNvPr id="105" name="CR:AM_Mech_Bellicor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6" name="Picture 105" descr="AM_Mech_Bellicor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7" name="TextBox 106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bellicor</a:t>
              </a:r>
            </a:p>
          </p:txBody>
        </p:sp>
      </p:grpSp>
      <p:grpSp>
        <p:nvGrpSpPr>
          <p:cNvPr id="108" name="CR:AlligatorMan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09" name="Picture 108" descr="AlligatorMan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0" name="Rectangle 109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alligator man</a:t>
              </a:r>
            </a:p>
          </p:txBody>
        </p:sp>
      </p:grpSp>
      <p:grpSp>
        <p:nvGrpSpPr>
          <p:cNvPr id="112" name="CR:BlackBearMan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3" name="Picture 112" descr="BlackBearMan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4" name="Rectangle 113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black bear man</a:t>
              </a:r>
            </a:p>
          </p:txBody>
        </p:sp>
      </p:grpSp>
      <p:grpSp>
        <p:nvGrpSpPr>
          <p:cNvPr id="116" name="CR:BMT_GlarralPenguin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7" name="Picture 116" descr="BMT_GlarralPenguin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8" name="Rectangle 117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glarral penguin</a:t>
              </a:r>
            </a:p>
          </p:txBody>
        </p:sp>
      </p:grpSp>
      <p:grpSp>
        <p:nvGrpSpPr>
          <p:cNvPr id="120" name="CR:VGE_Hunter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1" name="Picture 120" descr="VGE_Hunter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2" name="TextBox 121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hunter</a:t>
              </a:r>
            </a:p>
          </p:txBody>
        </p:sp>
      </p:grpSp>
      <p:grpSp>
        <p:nvGrpSpPr>
          <p:cNvPr id="123" name="CR:Mech_Lancer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4" name="Picture 123" descr="Mech_Lancer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5" name="TextBox 124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lancer</a:t>
              </a:r>
            </a:p>
          </p:txBody>
        </p:sp>
      </p:grpSp>
      <p:grpSp>
        <p:nvGrpSpPr>
          <p:cNvPr id="126" name="CR:Mech_Legionary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27" name="Picture 126" descr="Mech_Legionary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28" name="TextBox 127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legionary</a:t>
              </a:r>
            </a:p>
          </p:txBody>
        </p:sp>
      </p:grpSp>
      <p:grpSp>
        <p:nvGrpSpPr>
          <p:cNvPr id="129" name="CR:Mandrill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0" name="Picture 129" descr="Mandrill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1" name="Rectangle 130"/>
            <p:cNvSpPr/>
            <p:nvPr/>
          </p:nvSpPr>
          <p:spPr>
            <a:xfrm>
              <a:off x="1005840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mandrill</a:t>
              </a:r>
            </a:p>
          </p:txBody>
        </p:sp>
      </p:grpSp>
      <p:grpSp>
        <p:nvGrpSpPr>
          <p:cNvPr id="133" name="CR:MandrillMan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34" name="Picture 133" descr="MandrillMan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5" name="Rectangle 134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mandrill man</a:t>
              </a:r>
            </a:p>
          </p:txBody>
        </p:sp>
      </p:grpSp>
      <p:grpSp>
        <p:nvGrpSpPr>
          <p:cNvPr id="137" name="CR:Neanderthal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38" name="Picture 137" descr="Neanderthal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39" name="Rectangle 138"/>
            <p:cNvSpPr/>
            <p:nvPr/>
          </p:nvSpPr>
          <p:spPr>
            <a:xfrm>
              <a:off x="1130198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neanderthal</a:t>
              </a:r>
            </a:p>
          </p:txBody>
        </p:sp>
      </p:grpSp>
      <p:grpSp>
        <p:nvGrpSpPr>
          <p:cNvPr id="141" name="CR:Mech_Scyther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2" name="Picture 141" descr="Mech_Scyther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3" name="TextBox 142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scyther</a:t>
              </a:r>
            </a:p>
          </p:txBody>
        </p:sp>
      </p:grpSp>
      <p:grpSp>
        <p:nvGrpSpPr>
          <p:cNvPr id="144" name="CR:CAMech_Scyther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45" name="Picture 144" descr="Mech_Scyther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46" name="TextBox 145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summoned scyther</a:t>
              </a:r>
            </a:p>
          </p:txBody>
        </p:sp>
      </p:grpSp>
      <p:grpSp>
        <p:nvGrpSpPr>
          <p:cNvPr id="147" name="CR:Mech_Tesseron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48" name="Picture 147" descr="Mech_Tesseron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49" name="TextBox 148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tesseron</a:t>
              </a:r>
            </a:p>
          </p:txBody>
        </p:sp>
      </p:grpSp>
      <p:grpSp>
        <p:nvGrpSpPr>
          <p:cNvPr id="150" name="CR:Emu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1" name="Picture 150" descr="Emu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52" name="Rectangle 151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emu</a:t>
              </a:r>
            </a:p>
          </p:txBody>
        </p:sp>
      </p:grpSp>
      <p:grpSp>
        <p:nvGrpSpPr>
          <p:cNvPr id="154" name="CR:BiomesIslands_Flamingo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55" name="Picture 154" descr="BiomesIslands_Flamingo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56" name="Rectangle 155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rose flamingo</a:t>
              </a:r>
            </a:p>
          </p:txBody>
        </p:sp>
      </p:grpSp>
      <p:grpSp>
        <p:nvGrpSpPr>
          <p:cNvPr id="158" name="CR:IronScruff_Flatworm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59" name="Picture 158" descr="IronScruff_Flatworm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Rectangle 159"/>
            <p:cNvSpPr/>
            <p:nvPr/>
          </p:nvSpPr>
          <p:spPr>
            <a:xfrm>
              <a:off x="321868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flatworm hound</a:t>
              </a:r>
            </a:p>
          </p:txBody>
        </p:sp>
      </p:grpSp>
      <p:grpSp>
        <p:nvGrpSpPr>
          <p:cNvPr id="162" name="CR:LabradorRetriever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63" name="Picture 162" descr="LabradorRetriever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64" name="Rectangle 163"/>
            <p:cNvSpPr/>
            <p:nvPr/>
          </p:nvSpPr>
          <p:spPr>
            <a:xfrm>
              <a:off x="384048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labrador retriever</a:t>
              </a:r>
            </a:p>
          </p:txBody>
        </p:sp>
      </p:grpSp>
      <p:grpSp>
        <p:nvGrpSpPr>
          <p:cNvPr id="166" name="CR:BMT_AaroxisDendoriaLarvae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67" name="Picture 166" descr="BMT_AaroxisDendoriaLarvae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cinnabar caterpillar</a:t>
              </a:r>
            </a:p>
          </p:txBody>
        </p:sp>
      </p:grpSp>
      <p:grpSp>
        <p:nvGrpSpPr>
          <p:cNvPr id="169" name="CR:BMT_SandPillar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0" name="Picture 169" descr="BMT_SandPillar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TextBox 170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sandpillar</a:t>
              </a:r>
            </a:p>
          </p:txBody>
        </p:sp>
      </p:grpSp>
      <p:grpSp>
        <p:nvGrpSpPr>
          <p:cNvPr id="172" name="CR:BMT_AaroxisDendoriaPupa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3" name="Picture 172" descr="BMT_AaroxisDendoriaPupa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aaroxis dendoria pupa</a:t>
              </a:r>
            </a:p>
          </p:txBody>
        </p:sp>
      </p:grpSp>
      <p:grpSp>
        <p:nvGrpSpPr>
          <p:cNvPr id="175" name="CR:Pig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76" name="Picture 175" descr="Pig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77" name="TextBox 176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pig</a:t>
              </a:r>
            </a:p>
          </p:txBody>
        </p:sp>
      </p:grpSp>
      <p:grpSp>
        <p:nvGrpSpPr>
          <p:cNvPr id="178" name="CR:Gazelle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79" name="Picture 178" descr="Gazelle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0" name="Rectangle 179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gazelle</a:t>
              </a:r>
            </a:p>
          </p:txBody>
        </p:sp>
      </p:grpSp>
      <p:grpSp>
        <p:nvGrpSpPr>
          <p:cNvPr id="182" name="CR:ERN_Carbuncle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83" name="Picture 182" descr="ERN_Carbuncle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84" name="Rectangle 183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carbuncle</a:t>
              </a:r>
            </a:p>
          </p:txBody>
        </p:sp>
      </p:grpSp>
      <p:grpSp>
        <p:nvGrpSpPr>
          <p:cNvPr id="186" name="CR:Sightstealer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87" name="Picture 186" descr="Sightstealer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88" name="TextBox 187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sightstealer</a:t>
              </a:r>
            </a:p>
          </p:txBody>
        </p:sp>
      </p:grpSp>
      <p:grpSp>
        <p:nvGrpSpPr>
          <p:cNvPr id="189" name="CR:OuterRim_MuckrakerDroid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0" name="Picture 189" descr="OuterRim_MuckrakerDroid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1" name="TextBox 190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Muckraker Crab Droid</a:t>
              </a:r>
            </a:p>
          </p:txBody>
        </p:sp>
      </p:grpSp>
      <p:grpSp>
        <p:nvGrpSpPr>
          <p:cNvPr id="192" name="CR:SeaLion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193" name="Picture 192" descr="SeaLion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194" name="Rectangle 193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sea lion</a:t>
              </a:r>
            </a:p>
          </p:txBody>
        </p:sp>
      </p:grpSp>
      <p:grpSp>
        <p:nvGrpSpPr>
          <p:cNvPr id="196" name="CR:MO_AbominationRace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197" name="Picture 196" descr="MO_AbominationRace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TextBox 197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Abomination</a:t>
              </a:r>
            </a:p>
          </p:txBody>
        </p:sp>
      </p:grpSp>
      <p:grpSp>
        <p:nvGrpSpPr>
          <p:cNvPr id="199" name="CR:GR_Mansquirrel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0" name="Picture 199" descr="GR_Mansquirrel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01" name="Rectangle 200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mansquirrel</a:t>
              </a:r>
            </a:p>
          </p:txBody>
        </p:sp>
      </p:grpSp>
      <p:grpSp>
        <p:nvGrpSpPr>
          <p:cNvPr id="203" name="CR:Sheep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04" name="Picture 203" descr="Sheep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05" name="TextBox 204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sheep</a:t>
              </a:r>
            </a:p>
          </p:txBody>
        </p:sp>
      </p:grpSp>
      <p:grpSp>
        <p:nvGrpSpPr>
          <p:cNvPr id="206" name="CR:AA_CrystallineCaracal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07" name="Picture 206" descr="AA_CrystallineCaracal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08" name="Rectangle 207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crystalline caracal</a:t>
              </a:r>
            </a:p>
          </p:txBody>
        </p:sp>
      </p:grpSp>
      <p:grpSp>
        <p:nvGrpSpPr>
          <p:cNvPr id="210" name="CR:BogHound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11" name="Picture 210" descr="BogHound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12" name="Rectangle 211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bog hound</a:t>
              </a:r>
            </a:p>
          </p:txBody>
        </p:sp>
      </p:grpSp>
      <p:grpSp>
        <p:nvGrpSpPr>
          <p:cNvPr id="214" name="CR:CorellianHound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15" name="Picture 214" descr="CorellianHound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16" name="TextBox 215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corellian hound</a:t>
              </a:r>
            </a:p>
          </p:txBody>
        </p:sp>
      </p:grpSp>
      <p:grpSp>
        <p:nvGrpSpPr>
          <p:cNvPr id="217" name="CR:Husky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18" name="Picture 217" descr="Husky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19" name="Rectangle 218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husky</a:t>
              </a:r>
            </a:p>
          </p:txBody>
        </p:sp>
      </p:grpSp>
      <p:grpSp>
        <p:nvGrpSpPr>
          <p:cNvPr id="221" name="CR:AM_Mech_Lux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22" name="Picture 221" descr="AM_Mech_Lux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TextBox 222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lux</a:t>
              </a:r>
            </a:p>
          </p:txBody>
        </p:sp>
      </p:grpSp>
      <p:grpSp>
        <p:nvGrpSpPr>
          <p:cNvPr id="224" name="CR:AM_Mech_Munifex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25" name="Picture 224" descr="AM_Mech_Munifex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26" name="TextBox 225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munifex</a:t>
              </a:r>
            </a:p>
          </p:txBody>
        </p:sp>
      </p:grpSp>
      <p:grpSp>
        <p:nvGrpSpPr>
          <p:cNvPr id="227" name="CR:AM_Mech_Optio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28" name="Picture 227" descr="AM_Mech_Optio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29" name="TextBox 228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optio</a:t>
              </a:r>
            </a:p>
          </p:txBody>
        </p:sp>
      </p:grpSp>
      <p:grpSp>
        <p:nvGrpSpPr>
          <p:cNvPr id="230" name="CR:AM_Mech_Sagittarius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31" name="Picture 230" descr="AM_Mech_Sagittarius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32" name="TextBox 231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sagittarius</a:t>
              </a:r>
            </a:p>
          </p:txBody>
        </p:sp>
      </p:grpSp>
      <p:grpSp>
        <p:nvGrpSpPr>
          <p:cNvPr id="233" name="CR:AM_Mech_Polychoron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34" name="Picture 233" descr="AM_Mech_Polychoron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35" name="TextBox 234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polychoron</a:t>
              </a:r>
            </a:p>
          </p:txBody>
        </p:sp>
      </p:grpSp>
      <p:grpSp>
        <p:nvGrpSpPr>
          <p:cNvPr id="236" name="CR:Cassowary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37" name="Picture 236" descr="Cassowary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38" name="Rectangle 237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cassowary</a:t>
              </a:r>
            </a:p>
          </p:txBody>
        </p:sp>
      </p:grpSp>
      <p:grpSp>
        <p:nvGrpSpPr>
          <p:cNvPr id="240" name="CR:Mech_Cyclops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41" name="Picture 240" descr="Mech_Cyclops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42" name="TextBox 241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cyclops</a:t>
              </a:r>
            </a:p>
          </p:txBody>
        </p:sp>
      </p:grpSp>
      <p:grpSp>
        <p:nvGrpSpPr>
          <p:cNvPr id="243" name="CR:IronScruff_Hydrazoa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44" name="Picture 243" descr="IronScruff_Hydrazoa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45" name="Rectangle 244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hydrazoa</a:t>
              </a:r>
            </a:p>
          </p:txBody>
        </p:sp>
      </p:grpSp>
      <p:grpSp>
        <p:nvGrpSpPr>
          <p:cNvPr id="247" name="CR:Ostrich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48" name="Picture 247" descr="Ostrich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49" name="Rectangle 248"/>
            <p:cNvSpPr/>
            <p:nvPr/>
          </p:nvSpPr>
          <p:spPr>
            <a:xfrm>
              <a:off x="757123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ostrich</a:t>
              </a:r>
            </a:p>
          </p:txBody>
        </p:sp>
      </p:grpSp>
      <p:grpSp>
        <p:nvGrpSpPr>
          <p:cNvPr id="251" name="CR:Mech_Scorcher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52" name="Picture 251" descr="Mech_Scorcher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scorcher</a:t>
              </a:r>
            </a:p>
          </p:txBody>
        </p:sp>
      </p:grpSp>
      <p:grpSp>
        <p:nvGrpSpPr>
          <p:cNvPr id="254" name="CR:Mech_Tunneler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55" name="Picture 254" descr="Mech_Tunneler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56" name="TextBox 255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tunneler</a:t>
              </a:r>
            </a:p>
          </p:txBody>
        </p:sp>
      </p:grpSp>
      <p:grpSp>
        <p:nvGrpSpPr>
          <p:cNvPr id="257" name="CR:Walrus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58" name="Picture 257" descr="Walrus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59" name="Rectangle 258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walrus</a:t>
              </a:r>
            </a:p>
          </p:txBody>
        </p:sp>
      </p:grpSp>
      <p:grpSp>
        <p:nvGrpSpPr>
          <p:cNvPr id="261" name="CR:GR_Molehorse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62" name="Picture 261" descr="GR_Molehorse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63" name="Rectangle 262"/>
            <p:cNvSpPr/>
            <p:nvPr/>
          </p:nvSpPr>
          <p:spPr>
            <a:xfrm>
              <a:off x="1005840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molehorse</a:t>
              </a:r>
            </a:p>
          </p:txBody>
        </p:sp>
      </p:grpSp>
      <p:grpSp>
        <p:nvGrpSpPr>
          <p:cNvPr id="265" name="CR:MonitorLizard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66" name="Picture 265" descr="MonitorLizard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67" name="Rectangle 266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monitor lizard</a:t>
              </a:r>
            </a:p>
          </p:txBody>
        </p:sp>
      </p:grpSp>
      <p:grpSp>
        <p:nvGrpSpPr>
          <p:cNvPr id="269" name="CR:AM_Mech_MasterChef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70" name="Picture 269" descr="AM_Mech_MasterChef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71" name="TextBox 270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culinarius</a:t>
              </a:r>
            </a:p>
          </p:txBody>
        </p:sp>
      </p:grpSp>
      <p:sp>
        <p:nvSpPr>
          <p:cNvPr id="272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(8 here)</a:t>
            </a:r>
          </a:p>
        </p:txBody>
      </p:sp>
      <p:grpSp>
        <p:nvGrpSpPr>
          <p:cNvPr id="275" name="CR:AM_Goliath"/>
          <p:cNvGrpSpPr/>
          <p:nvPr/>
        </p:nvGrpSpPr>
        <p:grpSpPr>
          <a:xfrm>
            <a:off x="73152" y="3877056"/>
            <a:ext cx="621792" cy="704088"/>
            <a:chOff x="73152" y="3877056"/>
            <a:chExt cx="621792" cy="704088"/>
          </a:xfrm>
        </p:grpSpPr>
        <p:pic>
          <p:nvPicPr>
            <p:cNvPr id="276" name="Picture 275" descr="AM_Goliath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9728" y="3877056"/>
              <a:ext cx="548640" cy="548640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7315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goliath</a:t>
              </a:r>
            </a:p>
          </p:txBody>
        </p:sp>
      </p:grpSp>
      <p:grpSp>
        <p:nvGrpSpPr>
          <p:cNvPr id="278" name="CR:AM_Mech_PristineSlurrypede"/>
          <p:cNvGrpSpPr/>
          <p:nvPr/>
        </p:nvGrpSpPr>
        <p:grpSpPr>
          <a:xfrm>
            <a:off x="694944" y="3877056"/>
            <a:ext cx="621792" cy="704088"/>
            <a:chOff x="694944" y="3877056"/>
            <a:chExt cx="621792" cy="704088"/>
          </a:xfrm>
        </p:grpSpPr>
        <p:pic>
          <p:nvPicPr>
            <p:cNvPr id="279" name="Picture 278" descr="AM_Mech_PristineSlurrypede.112.jp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731520" y="3877056"/>
              <a:ext cx="548640" cy="548640"/>
            </a:xfrm>
            <a:prstGeom prst="rect">
              <a:avLst/>
            </a:prstGeom>
          </p:spPr>
        </p:pic>
        <p:sp>
          <p:nvSpPr>
            <p:cNvPr id="280" name="TextBox 279"/>
            <p:cNvSpPr txBox="1"/>
            <p:nvPr/>
          </p:nvSpPr>
          <p:spPr>
            <a:xfrm>
              <a:off x="69494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pristine slurrypede</a:t>
              </a:r>
            </a:p>
          </p:txBody>
        </p:sp>
      </p:grpSp>
      <p:grpSp>
        <p:nvGrpSpPr>
          <p:cNvPr id="281" name="CR:Thrumbo"/>
          <p:cNvGrpSpPr/>
          <p:nvPr/>
        </p:nvGrpSpPr>
        <p:grpSpPr>
          <a:xfrm>
            <a:off x="1316736" y="3877056"/>
            <a:ext cx="621792" cy="704088"/>
            <a:chOff x="1316736" y="3877056"/>
            <a:chExt cx="621792" cy="704088"/>
          </a:xfrm>
        </p:grpSpPr>
        <p:pic>
          <p:nvPicPr>
            <p:cNvPr id="282" name="Picture 281" descr="Thrumbo.112.jp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353312" y="3877056"/>
              <a:ext cx="548640" cy="548640"/>
            </a:xfrm>
            <a:prstGeom prst="rect">
              <a:avLst/>
            </a:prstGeom>
          </p:spPr>
        </p:pic>
        <p:sp>
          <p:nvSpPr>
            <p:cNvPr id="283" name="TextBox 282"/>
            <p:cNvSpPr txBox="1"/>
            <p:nvPr/>
          </p:nvSpPr>
          <p:spPr>
            <a:xfrm>
              <a:off x="131673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</a:t>
              </a:r>
            </a:p>
          </p:txBody>
        </p:sp>
      </p:grpSp>
      <p:grpSp>
        <p:nvGrpSpPr>
          <p:cNvPr id="284" name="CR:GR_Thrumboman"/>
          <p:cNvGrpSpPr/>
          <p:nvPr/>
        </p:nvGrpSpPr>
        <p:grpSpPr>
          <a:xfrm>
            <a:off x="1938528" y="3877056"/>
            <a:ext cx="621792" cy="704088"/>
            <a:chOff x="1938528" y="3877056"/>
            <a:chExt cx="621792" cy="704088"/>
          </a:xfrm>
        </p:grpSpPr>
        <p:pic>
          <p:nvPicPr>
            <p:cNvPr id="285" name="Picture 284" descr="GR_Thrumboman.112.jpg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975104" y="3877056"/>
              <a:ext cx="548640" cy="548640"/>
            </a:xfrm>
            <a:prstGeom prst="rect">
              <a:avLst/>
            </a:prstGeom>
          </p:spPr>
        </p:pic>
        <p:sp>
          <p:nvSpPr>
            <p:cNvPr id="286" name="TextBox 285"/>
            <p:cNvSpPr txBox="1"/>
            <p:nvPr/>
          </p:nvSpPr>
          <p:spPr>
            <a:xfrm>
              <a:off x="193852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thrumboman</a:t>
              </a:r>
            </a:p>
          </p:txBody>
        </p:sp>
      </p:grpSp>
      <p:grpSp>
        <p:nvGrpSpPr>
          <p:cNvPr id="287" name="CR:GR_Thrumhorse"/>
          <p:cNvGrpSpPr/>
          <p:nvPr/>
        </p:nvGrpSpPr>
        <p:grpSpPr>
          <a:xfrm>
            <a:off x="2560320" y="3877056"/>
            <a:ext cx="621792" cy="704088"/>
            <a:chOff x="2560320" y="3877056"/>
            <a:chExt cx="621792" cy="704088"/>
          </a:xfrm>
        </p:grpSpPr>
        <p:pic>
          <p:nvPicPr>
            <p:cNvPr id="288" name="Picture 287" descr="GR_Thrumhorse.112.jpg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2596896" y="3877056"/>
              <a:ext cx="548640" cy="548640"/>
            </a:xfrm>
            <a:prstGeom prst="rect">
              <a:avLst/>
            </a:prstGeom>
          </p:spPr>
        </p:pic>
        <p:sp>
          <p:nvSpPr>
            <p:cNvPr id="289" name="TextBox 288"/>
            <p:cNvSpPr txBox="1"/>
            <p:nvPr/>
          </p:nvSpPr>
          <p:spPr>
            <a:xfrm>
              <a:off x="256032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thrumhorse</a:t>
              </a:r>
            </a:p>
          </p:txBody>
        </p:sp>
      </p:grpSp>
      <p:grpSp>
        <p:nvGrpSpPr>
          <p:cNvPr id="290" name="CR:AV_RowBoat"/>
          <p:cNvGrpSpPr/>
          <p:nvPr/>
        </p:nvGrpSpPr>
        <p:grpSpPr>
          <a:xfrm>
            <a:off x="3182112" y="3877056"/>
            <a:ext cx="621792" cy="704088"/>
            <a:chOff x="3182112" y="3877056"/>
            <a:chExt cx="621792" cy="704088"/>
          </a:xfrm>
        </p:grpSpPr>
        <p:pic>
          <p:nvPicPr>
            <p:cNvPr id="291" name="Picture 290" descr="AV_RowBoat.112.jpg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3218688" y="3877056"/>
              <a:ext cx="548640" cy="548640"/>
            </a:xfrm>
            <a:prstGeom prst="rect">
              <a:avLst/>
            </a:prstGeom>
          </p:spPr>
        </p:pic>
        <p:sp>
          <p:nvSpPr>
            <p:cNvPr id="292" name="TextBox 291"/>
            <p:cNvSpPr txBox="1"/>
            <p:nvPr/>
          </p:nvSpPr>
          <p:spPr>
            <a:xfrm>
              <a:off x="318211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Row boat</a:t>
              </a:r>
            </a:p>
          </p:txBody>
        </p:sp>
      </p:grpSp>
      <p:grpSp>
        <p:nvGrpSpPr>
          <p:cNvPr id="293" name="CR:RUT_LongHunger"/>
          <p:cNvGrpSpPr/>
          <p:nvPr/>
        </p:nvGrpSpPr>
        <p:grpSpPr>
          <a:xfrm>
            <a:off x="3803904" y="3877056"/>
            <a:ext cx="621792" cy="704088"/>
            <a:chOff x="3803904" y="3877056"/>
            <a:chExt cx="621792" cy="704088"/>
          </a:xfrm>
        </p:grpSpPr>
        <p:pic>
          <p:nvPicPr>
            <p:cNvPr id="294" name="Picture 293" descr="RUT_LongHunger.112.jpg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3840480" y="3877056"/>
              <a:ext cx="548640" cy="548640"/>
            </a:xfrm>
            <a:prstGeom prst="rect">
              <a:avLst/>
            </a:prstGeom>
          </p:spPr>
        </p:pic>
        <p:sp>
          <p:nvSpPr>
            <p:cNvPr id="295" name="TextBox 294"/>
            <p:cNvSpPr txBox="1"/>
            <p:nvPr/>
          </p:nvSpPr>
          <p:spPr>
            <a:xfrm>
              <a:off x="380390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the Long Hunger</a:t>
              </a:r>
            </a:p>
          </p:txBody>
        </p:sp>
      </p:grpSp>
      <p:grpSp>
        <p:nvGrpSpPr>
          <p:cNvPr id="296" name="CR:AV_Balloon"/>
          <p:cNvGrpSpPr/>
          <p:nvPr/>
        </p:nvGrpSpPr>
        <p:grpSpPr>
          <a:xfrm>
            <a:off x="4425696" y="3877056"/>
            <a:ext cx="621792" cy="704088"/>
            <a:chOff x="4425696" y="3877056"/>
            <a:chExt cx="621792" cy="704088"/>
          </a:xfrm>
        </p:grpSpPr>
        <p:pic>
          <p:nvPicPr>
            <p:cNvPr id="297" name="Picture 296" descr="AV_Balloon.112.jpg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4462272" y="3877056"/>
              <a:ext cx="548640" cy="54864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442569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Balloon</a:t>
              </a:r>
            </a:p>
          </p:txBody>
        </p:sp>
      </p:grpSp>
      <p:sp>
        <p:nvSpPr>
          <p:cNvPr id="299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02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3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(3/7)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AM_Mech_Genetico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M_Mech_Genetico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geneticor</a:t>
              </a:r>
            </a:p>
          </p:txBody>
        </p:sp>
      </p:grpSp>
      <p:grpSp>
        <p:nvGrpSpPr>
          <p:cNvPr id="10" name="CR:GR_Boomachicke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Boomachicke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boomachicken</a:t>
              </a:r>
            </a:p>
          </p:txBody>
        </p:sp>
      </p:grpSp>
      <p:grpSp>
        <p:nvGrpSpPr>
          <p:cNvPr id="14" name="CR:GR_Mechachicken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5" name="Picture 14" descr="GR_Mechachicken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mecha-chicken</a:t>
              </a:r>
            </a:p>
          </p:txBody>
        </p:sp>
      </p:grpSp>
      <p:grpSp>
        <p:nvGrpSpPr>
          <p:cNvPr id="17" name="CR:VVE_Charley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8" name="Picture 17" descr="VVE_Charley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Charley</a:t>
              </a:r>
            </a:p>
          </p:txBody>
        </p:sp>
      </p:grpSp>
      <p:grpSp>
        <p:nvGrpSpPr>
          <p:cNvPr id="20" name="CR:OuterRim_DestroyerDroid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1" name="Picture 20" descr="OuterRim_DestroyerDroid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Destroyer Droid</a:t>
              </a:r>
            </a:p>
          </p:txBody>
        </p:sp>
      </p:grpSp>
      <p:grpSp>
        <p:nvGrpSpPr>
          <p:cNvPr id="23" name="CR:VVE_Dirtbik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4" name="Picture 23" descr="VVE_Dirtbik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Dirtbike</a:t>
              </a:r>
            </a:p>
          </p:txBody>
        </p:sp>
      </p:grpSp>
      <p:grpSp>
        <p:nvGrpSpPr>
          <p:cNvPr id="26" name="CR:AV_Hwacha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7" name="Picture 26" descr="AV_Hwacha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Hwacha</a:t>
              </a:r>
            </a:p>
          </p:txBody>
        </p:sp>
      </p:grpSp>
      <p:grpSp>
        <p:nvGrpSpPr>
          <p:cNvPr id="29" name="CR:AV_Rickshaw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0" name="Picture 29" descr="AV_Rickshaw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Rickshaw</a:t>
              </a:r>
            </a:p>
          </p:txBody>
        </p:sp>
      </p:grpSp>
      <p:grpSp>
        <p:nvGrpSpPr>
          <p:cNvPr id="32" name="CR:AV_Wheelbarrow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3" name="Picture 32" descr="AV_Wheelbarrow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Wheelbarrow</a:t>
              </a:r>
            </a:p>
          </p:txBody>
        </p:sp>
      </p:grpSp>
      <p:grpSp>
        <p:nvGrpSpPr>
          <p:cNvPr id="35" name="CR:Mech_Apocrito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6" name="Picture 35" descr="Mech_Apocrito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apocriton</a:t>
              </a:r>
            </a:p>
          </p:txBody>
        </p:sp>
      </p:grpSp>
      <p:grpSp>
        <p:nvGrpSpPr>
          <p:cNvPr id="38" name="CR:BMT_BovineBeetlePupa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9" name="Picture 38" descr="BMT_CrystalBeetlePupa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bovine pupa</a:t>
              </a:r>
            </a:p>
          </p:txBody>
        </p:sp>
      </p:grpSp>
      <p:grpSp>
        <p:nvGrpSpPr>
          <p:cNvPr id="41" name="CR:ERN_Chocobo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2" name="Picture 41" descr="ERN_Chocobo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chocobo</a:t>
              </a:r>
            </a:p>
          </p:txBody>
        </p:sp>
      </p:grpSp>
      <p:grpSp>
        <p:nvGrpSpPr>
          <p:cNvPr id="45" name="CR:GR_Mechamime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6" name="Picture 45" descr="GR_Mechamim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mecha-mime</a:t>
              </a:r>
            </a:p>
          </p:txBody>
        </p:sp>
      </p:grpSp>
      <p:grpSp>
        <p:nvGrpSpPr>
          <p:cNvPr id="48" name="CR:GR_Mechaturtl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9" name="Picture 48" descr="GR_Mechaturtl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mechaturtle</a:t>
              </a:r>
            </a:p>
          </p:txBody>
        </p:sp>
      </p:grpSp>
      <p:grpSp>
        <p:nvGrpSpPr>
          <p:cNvPr id="51" name="CR:Noctol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2" name="Picture 51" descr="Noctol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noctol</a:t>
              </a:r>
            </a:p>
          </p:txBody>
        </p:sp>
      </p:grpSp>
      <p:grpSp>
        <p:nvGrpSpPr>
          <p:cNvPr id="54" name="CR:Revenant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5" name="Picture 54" descr="Revenant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revenant</a:t>
              </a:r>
            </a:p>
          </p:txBody>
        </p:sp>
      </p:grpSp>
      <p:grpSp>
        <p:nvGrpSpPr>
          <p:cNvPr id="57" name="CR:GR_Wolfsnake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8" name="Picture 57" descr="GR_Wolfsnake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9" name="Rectangle 58"/>
            <p:cNvSpPr/>
            <p:nvPr/>
          </p:nvSpPr>
          <p:spPr>
            <a:xfrm>
              <a:off x="1005840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wolfsnake</a:t>
              </a:r>
            </a:p>
          </p:txBody>
        </p:sp>
      </p:grpSp>
      <p:grpSp>
        <p:nvGrpSpPr>
          <p:cNvPr id="61" name="CR:VAEWaste_Wasteboa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62" name="Picture 61" descr="VAEWaste_Wasteboar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Rectangle 62"/>
            <p:cNvSpPr/>
            <p:nvPr/>
          </p:nvSpPr>
          <p:spPr>
            <a:xfrm>
              <a:off x="1068019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wasteboar</a:t>
              </a:r>
            </a:p>
          </p:txBody>
        </p:sp>
      </p:grpSp>
      <p:grpSp>
        <p:nvGrpSpPr>
          <p:cNvPr id="65" name="CR:JRWAdalia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6" name="Picture 65" descr="JRWAdalia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7" name="Rectangle 66"/>
            <p:cNvSpPr/>
            <p:nvPr/>
          </p:nvSpPr>
          <p:spPr>
            <a:xfrm>
              <a:off x="1130198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Adalia</a:t>
              </a:r>
            </a:p>
          </p:txBody>
        </p:sp>
      </p:grpSp>
      <p:grpSp>
        <p:nvGrpSpPr>
          <p:cNvPr id="69" name="CR:JRWHalszkaraptor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0" name="Picture 69" descr="JRWHalszkarapto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1" name="Rectangle 70"/>
            <p:cNvSpPr/>
            <p:nvPr/>
          </p:nvSpPr>
          <p:spPr>
            <a:xfrm>
              <a:off x="10972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Halszkaraptor</a:t>
              </a:r>
            </a:p>
          </p:txBody>
        </p:sp>
      </p:grpSp>
      <p:grpSp>
        <p:nvGrpSpPr>
          <p:cNvPr id="73" name="CR:JRWHolcorobeus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74" name="Picture 73" descr="JRWHolcorobeus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Rectangle 74"/>
            <p:cNvSpPr/>
            <p:nvPr/>
          </p:nvSpPr>
          <p:spPr>
            <a:xfrm>
              <a:off x="73152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Holcorobeus</a:t>
              </a:r>
            </a:p>
          </p:txBody>
        </p:sp>
      </p:grpSp>
      <p:grpSp>
        <p:nvGrpSpPr>
          <p:cNvPr id="77" name="CR:JRWHylonomus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8" name="Picture 77" descr="JRWHylonomus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9" name="Rectangle 78"/>
            <p:cNvSpPr/>
            <p:nvPr/>
          </p:nvSpPr>
          <p:spPr>
            <a:xfrm>
              <a:off x="135331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Hylonomus</a:t>
              </a:r>
            </a:p>
          </p:txBody>
        </p:sp>
      </p:grpSp>
      <p:grpSp>
        <p:nvGrpSpPr>
          <p:cNvPr id="81" name="CR:JRWParksosaurus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2" name="Picture 81" descr="JRWParksosaurus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3" name="Rectangle 82"/>
            <p:cNvSpPr/>
            <p:nvPr/>
          </p:nvSpPr>
          <p:spPr>
            <a:xfrm>
              <a:off x="197510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Parksosaurus</a:t>
              </a:r>
            </a:p>
          </p:txBody>
        </p:sp>
      </p:grpSp>
      <p:grpSp>
        <p:nvGrpSpPr>
          <p:cNvPr id="85" name="CR:JRWValdosaurus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86" name="Picture 85" descr="JRWValdosaurus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Rectangle 86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Valdosaurus</a:t>
              </a:r>
            </a:p>
          </p:txBody>
        </p:sp>
      </p:grpSp>
      <p:grpSp>
        <p:nvGrpSpPr>
          <p:cNvPr id="89" name="CR:JRWYi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0" name="Picture 89" descr="JRWYi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1" name="Rectangle 90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Yi</a:t>
              </a:r>
            </a:p>
          </p:txBody>
        </p:sp>
      </p:grpSp>
      <p:grpSp>
        <p:nvGrpSpPr>
          <p:cNvPr id="93" name="CR:GR_Boomwolf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4" name="Picture 93" descr="GR_Boomwolf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5" name="Rectangle 94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boomwolf</a:t>
              </a:r>
            </a:p>
          </p:txBody>
        </p:sp>
      </p:grpSp>
      <p:grpSp>
        <p:nvGrpSpPr>
          <p:cNvPr id="97" name="CR:JRWCyclosphaeroma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98" name="Picture 97" descr="JRWCyclosphaeroma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99" name="Rectangle 98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karrik</a:t>
              </a:r>
            </a:p>
          </p:txBody>
        </p:sp>
      </p:grpSp>
      <p:grpSp>
        <p:nvGrpSpPr>
          <p:cNvPr id="101" name="CR:GR_Lizardman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2" name="Picture 101" descr="GR_Lizardman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3" name="Rectangle 102"/>
            <p:cNvSpPr/>
            <p:nvPr/>
          </p:nvSpPr>
          <p:spPr>
            <a:xfrm>
              <a:off x="508406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lizardman</a:t>
              </a:r>
            </a:p>
          </p:txBody>
        </p:sp>
      </p:grpSp>
      <p:grpSp>
        <p:nvGrpSpPr>
          <p:cNvPr id="105" name="CR:JRWHypsilophodon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6" name="Picture 105" descr="JRWHypsilophodon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7" name="Rectangle 106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ssvek</a:t>
              </a:r>
            </a:p>
          </p:txBody>
        </p:sp>
      </p:grpSp>
      <p:grpSp>
        <p:nvGrpSpPr>
          <p:cNvPr id="109" name="CR:JRWZephyrosaurus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0" name="Picture 109" descr="JRWZephyrosaurus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1" name="Rectangle 110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sszhal</a:t>
              </a:r>
            </a:p>
          </p:txBody>
        </p:sp>
      </p:grpSp>
      <p:grpSp>
        <p:nvGrpSpPr>
          <p:cNvPr id="113" name="CR:Gorehulk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4" name="Picture 113" descr="Gorehulk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gorehulk</a:t>
              </a:r>
            </a:p>
          </p:txBody>
        </p:sp>
      </p:grpSp>
      <p:grpSp>
        <p:nvGrpSpPr>
          <p:cNvPr id="116" name="CR:RG_Hemolope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7" name="Picture 116" descr="RG_Hemolope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8" name="Rectangle 117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hemolope</a:t>
              </a:r>
            </a:p>
          </p:txBody>
        </p:sp>
      </p:grpSp>
      <p:grpSp>
        <p:nvGrpSpPr>
          <p:cNvPr id="120" name="CR:GR_ParagonHumanoid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1" name="Picture 120" descr="GR_ParagonHumanoid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2" name="Rectangle 121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humanoid paragon</a:t>
              </a:r>
            </a:p>
          </p:txBody>
        </p:sp>
      </p:grpSp>
      <p:grpSp>
        <p:nvGrpSpPr>
          <p:cNvPr id="124" name="CR:Nociosphere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5" name="Picture 124" descr="Nociosphere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6" name="TextBox 125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nociosphere</a:t>
              </a:r>
            </a:p>
          </p:txBody>
        </p:sp>
      </p:grpSp>
      <p:grpSp>
        <p:nvGrpSpPr>
          <p:cNvPr id="127" name="CR:BMT_WasteHound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28" name="Picture 127" descr="BMT_WasteHound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29" name="Rectangle 128"/>
            <p:cNvSpPr/>
            <p:nvPr/>
          </p:nvSpPr>
          <p:spPr>
            <a:xfrm>
              <a:off x="943660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 hound</a:t>
              </a:r>
            </a:p>
          </p:txBody>
        </p:sp>
      </p:grpSp>
      <p:grpSp>
        <p:nvGrpSpPr>
          <p:cNvPr id="131" name="CR:BMT_ShatterjawBeetle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2" name="Picture 131" descr="BMT_ShatterjawBeetle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3" name="TextBox 132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shatterjaw beetle</a:t>
              </a:r>
            </a:p>
          </p:txBody>
        </p:sp>
      </p:grpSp>
      <p:grpSp>
        <p:nvGrpSpPr>
          <p:cNvPr id="134" name="CR:Cat_Scimitar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35" name="Picture 134" descr="Cat_Scimitar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6" name="Rectangle 135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scimitar cat</a:t>
              </a:r>
            </a:p>
          </p:txBody>
        </p:sp>
      </p:grpSp>
      <p:grpSp>
        <p:nvGrpSpPr>
          <p:cNvPr id="138" name="CR:GR_Wolfchicken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39" name="Picture 138" descr="GR_Wolfchicken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0" name="Rectangle 139"/>
            <p:cNvSpPr/>
            <p:nvPr/>
          </p:nvSpPr>
          <p:spPr>
            <a:xfrm>
              <a:off x="1130198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wolfchicken</a:t>
              </a:r>
            </a:p>
          </p:txBody>
        </p:sp>
      </p:grpSp>
      <p:grpSp>
        <p:nvGrpSpPr>
          <p:cNvPr id="142" name="CR:Gorilla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3" name="Picture 142" descr="Gorilla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4" name="Rectangle 143"/>
            <p:cNvSpPr/>
            <p:nvPr/>
          </p:nvSpPr>
          <p:spPr>
            <a:xfrm>
              <a:off x="10972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gorilla</a:t>
              </a:r>
            </a:p>
          </p:txBody>
        </p:sp>
      </p:grpSp>
      <p:grpSp>
        <p:nvGrpSpPr>
          <p:cNvPr id="146" name="CR:RG_Neutrolope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47" name="Picture 146" descr="RG_Neutrolope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48" name="Rectangle 147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neutrolope</a:t>
              </a:r>
            </a:p>
          </p:txBody>
        </p:sp>
      </p:grpSp>
      <p:grpSp>
        <p:nvGrpSpPr>
          <p:cNvPr id="150" name="CR:BlackBear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1" name="Picture 150" descr="BlackBear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2" name="Rectangle 151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black bear</a:t>
              </a:r>
            </a:p>
          </p:txBody>
        </p:sp>
      </p:grpSp>
      <p:grpSp>
        <p:nvGrpSpPr>
          <p:cNvPr id="154" name="CR:JRWDimetrodon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5" name="Picture 154" descr="JRWDimetrodon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56" name="Rectangle 155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sszhakar</a:t>
              </a:r>
            </a:p>
          </p:txBody>
        </p:sp>
      </p:grpSp>
      <p:grpSp>
        <p:nvGrpSpPr>
          <p:cNvPr id="158" name="CR:VAEWaste_Wastedeer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59" name="Picture 158" descr="VAEWaste_Wastedeer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Rectangle 159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wastedeer</a:t>
              </a:r>
            </a:p>
          </p:txBody>
        </p:sp>
      </p:grpSp>
      <p:grpSp>
        <p:nvGrpSpPr>
          <p:cNvPr id="162" name="CR:RSW_OpeeSeaKiller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3" name="Picture 162" descr="RSW_OpeeSeaKiller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4" name="TextBox 163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opee sea killer</a:t>
              </a:r>
            </a:p>
          </p:txBody>
        </p:sp>
      </p:grpSp>
      <p:grpSp>
        <p:nvGrpSpPr>
          <p:cNvPr id="165" name="CR:Tiger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66" name="Picture 165" descr="Tiger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67" name="Rectangle 166"/>
            <p:cNvSpPr/>
            <p:nvPr/>
          </p:nvSpPr>
          <p:spPr>
            <a:xfrm>
              <a:off x="384048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tiger</a:t>
              </a:r>
            </a:p>
          </p:txBody>
        </p:sp>
      </p:grpSp>
      <p:grpSp>
        <p:nvGrpSpPr>
          <p:cNvPr id="169" name="CR:GR_Rabbitcat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0" name="Picture 169" descr="GR_Rabbitcat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Rectangle 170"/>
            <p:cNvSpPr/>
            <p:nvPr/>
          </p:nvSpPr>
          <p:spPr>
            <a:xfrm>
              <a:off x="446227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rabbitcat</a:t>
              </a:r>
            </a:p>
          </p:txBody>
        </p:sp>
      </p:grpSp>
      <p:grpSp>
        <p:nvGrpSpPr>
          <p:cNvPr id="173" name="CR:VAEWaste_Toxlion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4" name="Picture 173" descr="VAEWaste_Toxlion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5" name="Rectangle 174"/>
            <p:cNvSpPr/>
            <p:nvPr/>
          </p:nvSpPr>
          <p:spPr>
            <a:xfrm>
              <a:off x="508406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toxlion</a:t>
              </a:r>
            </a:p>
          </p:txBody>
        </p:sp>
      </p:grpSp>
      <p:grpSp>
        <p:nvGrpSpPr>
          <p:cNvPr id="177" name="CR:JRWDinilysia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8" name="Picture 177" descr="JRWDinilysia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79" name="Rectangle 178"/>
            <p:cNvSpPr/>
            <p:nvPr/>
          </p:nvSpPr>
          <p:spPr>
            <a:xfrm>
              <a:off x="570585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sserrik</a:t>
              </a:r>
            </a:p>
          </p:txBody>
        </p:sp>
      </p:grpSp>
      <p:grpSp>
        <p:nvGrpSpPr>
          <p:cNvPr id="181" name="CR:JRWYurlunggur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2" name="Picture 181" descr="JRWYurlunggur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3" name="Rectangle 182"/>
            <p:cNvSpPr/>
            <p:nvPr/>
          </p:nvSpPr>
          <p:spPr>
            <a:xfrm>
              <a:off x="632764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sshaggan</a:t>
              </a:r>
            </a:p>
          </p:txBody>
        </p:sp>
      </p:grpSp>
      <p:grpSp>
        <p:nvGrpSpPr>
          <p:cNvPr id="185" name="CR:JRWWonambi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6" name="Picture 185" descr="JRWWonambi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7" name="Rectangle 186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ssorrak</a:t>
              </a:r>
            </a:p>
          </p:txBody>
        </p:sp>
      </p:grpSp>
      <p:grpSp>
        <p:nvGrpSpPr>
          <p:cNvPr id="189" name="CR:Muskox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90" name="Picture 189" descr="Muskox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1" name="Rectangle 190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muskox</a:t>
              </a:r>
            </a:p>
          </p:txBody>
        </p:sp>
      </p:grpSp>
      <p:grpSp>
        <p:nvGrpSpPr>
          <p:cNvPr id="193" name="CR:RSW_CrimsonOpee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4" name="Picture 193" descr="RSW_CrimsonOpee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5" name="TextBox 194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crimson opee</a:t>
              </a:r>
            </a:p>
          </p:txBody>
        </p:sp>
      </p:grpSp>
      <p:grpSp>
        <p:nvGrpSpPr>
          <p:cNvPr id="196" name="CR:AM_Daggersnout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7" name="Picture 196" descr="AM_Daggersnout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TextBox 197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daggersnout</a:t>
              </a:r>
            </a:p>
          </p:txBody>
        </p:sp>
      </p:grpSp>
      <p:grpSp>
        <p:nvGrpSpPr>
          <p:cNvPr id="199" name="CR:GR_Booman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0" name="Picture 199" descr="GR_Booman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1" name="Rectangle 200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booman</a:t>
              </a:r>
            </a:p>
          </p:txBody>
        </p:sp>
      </p:grpSp>
      <p:grpSp>
        <p:nvGrpSpPr>
          <p:cNvPr id="203" name="CR:GR_Mechacat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4" name="Picture 203" descr="GR_Mechacat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05" name="TextBox 204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mechacat</a:t>
              </a:r>
            </a:p>
          </p:txBody>
        </p:sp>
      </p:grpSp>
      <p:grpSp>
        <p:nvGrpSpPr>
          <p:cNvPr id="206" name="CR:Alligator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7" name="Picture 206" descr="Alligato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08" name="Rectangle 207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alligator</a:t>
              </a:r>
            </a:p>
          </p:txBody>
        </p:sp>
      </p:grpSp>
      <p:grpSp>
        <p:nvGrpSpPr>
          <p:cNvPr id="210" name="CR:GR_Mechawolf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1" name="Picture 210" descr="GR_Mechawolf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2" name="TextBox 211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mechawolf</a:t>
              </a:r>
            </a:p>
          </p:txBody>
        </p:sp>
      </p:grpSp>
      <p:grpSp>
        <p:nvGrpSpPr>
          <p:cNvPr id="213" name="CR:Panda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14" name="Picture 213" descr="Panda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15" name="Rectangle 214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panda</a:t>
              </a:r>
            </a:p>
          </p:txBody>
        </p:sp>
      </p:grpSp>
      <p:grpSp>
        <p:nvGrpSpPr>
          <p:cNvPr id="217" name="CR:GR_Wolffalo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18" name="Picture 217" descr="GR_Wolffalo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19" name="Rectangle 218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wolffalo</a:t>
              </a:r>
            </a:p>
          </p:txBody>
        </p:sp>
      </p:grpSp>
      <p:grpSp>
        <p:nvGrpSpPr>
          <p:cNvPr id="221" name="CR:GR_ParagonFeline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2" name="Picture 221" descr="GR_ParagonFeline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Rectangle 222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feline paragon</a:t>
              </a:r>
            </a:p>
          </p:txBody>
        </p:sp>
      </p:grpSp>
      <p:grpSp>
        <p:nvGrpSpPr>
          <p:cNvPr id="225" name="CR:GR_Boomhorse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26" name="Picture 225" descr="GR_Boomhorse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27" name="Rectangle 226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boomhorse</a:t>
              </a:r>
            </a:p>
          </p:txBody>
        </p:sp>
      </p:grpSp>
      <p:grpSp>
        <p:nvGrpSpPr>
          <p:cNvPr id="229" name="CR:GR_Cathorse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0" name="Picture 229" descr="GR_Cathorse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1" name="Rectangle 230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cathorse</a:t>
              </a:r>
            </a:p>
          </p:txBody>
        </p:sp>
      </p:grpSp>
      <p:grpSp>
        <p:nvGrpSpPr>
          <p:cNvPr id="233" name="CR:GiantAnt_Race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34" name="Picture 233" descr="GiantAnt_Race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35" name="TextBox 234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ant</a:t>
              </a:r>
            </a:p>
          </p:txBody>
        </p:sp>
      </p:grpSp>
      <p:grpSp>
        <p:nvGrpSpPr>
          <p:cNvPr id="236" name="CR:GR_Manchicken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37" name="Picture 236" descr="GR_Manchicken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38" name="Rectangle 237"/>
            <p:cNvSpPr/>
            <p:nvPr/>
          </p:nvSpPr>
          <p:spPr>
            <a:xfrm>
              <a:off x="384048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manchicken</a:t>
              </a:r>
            </a:p>
          </p:txBody>
        </p:sp>
      </p:grpSp>
      <p:grpSp>
        <p:nvGrpSpPr>
          <p:cNvPr id="240" name="CR:Hippo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1" name="Picture 240" descr="Hippo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2" name="Rectangle 241"/>
            <p:cNvSpPr/>
            <p:nvPr/>
          </p:nvSpPr>
          <p:spPr>
            <a:xfrm>
              <a:off x="446227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hippo</a:t>
              </a:r>
            </a:p>
          </p:txBody>
        </p:sp>
      </p:grpSp>
      <p:grpSp>
        <p:nvGrpSpPr>
          <p:cNvPr id="244" name="CR:Bulwark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5" name="Picture 244" descr="Bulwark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46" name="TextBox 245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bulwark</a:t>
              </a:r>
            </a:p>
          </p:txBody>
        </p:sp>
      </p:grpSp>
      <p:grpSp>
        <p:nvGrpSpPr>
          <p:cNvPr id="247" name="CR:Procoptodon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48" name="Picture 247" descr="Procoptodon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49" name="Rectangle 248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jakkir</a:t>
              </a:r>
            </a:p>
          </p:txBody>
        </p:sp>
      </p:grpSp>
      <p:grpSp>
        <p:nvGrpSpPr>
          <p:cNvPr id="251" name="CR:AM_Aura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2" name="Picture 251" descr="AM_Aura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aura</a:t>
              </a:r>
            </a:p>
          </p:txBody>
        </p:sp>
      </p:grpSp>
      <p:grpSp>
        <p:nvGrpSpPr>
          <p:cNvPr id="254" name="CR:GR_Chickenlodon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55" name="Picture 254" descr="GR_Chickenlodon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56" name="Rectangle 255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chickenlodon</a:t>
              </a:r>
            </a:p>
          </p:txBody>
        </p:sp>
      </p:grpSp>
      <p:grpSp>
        <p:nvGrpSpPr>
          <p:cNvPr id="258" name="CR:RSW_ShaleGorger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59" name="Picture 258" descr="RSW_ShaleGorger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0" name="TextBox 259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shale gorger</a:t>
              </a:r>
            </a:p>
          </p:txBody>
        </p:sp>
      </p:grpSp>
      <p:grpSp>
        <p:nvGrpSpPr>
          <p:cNvPr id="261" name="CR:ERN_BigCarbuncle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2" name="Picture 261" descr="ERN_BigCarbuncle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3" name="Rectangle 262"/>
            <p:cNvSpPr/>
            <p:nvPr/>
          </p:nvSpPr>
          <p:spPr>
            <a:xfrm>
              <a:off x="819302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grand carbuncle</a:t>
              </a:r>
            </a:p>
          </p:txBody>
        </p:sp>
      </p:grpSp>
      <p:grpSp>
        <p:nvGrpSpPr>
          <p:cNvPr id="265" name="CR:MutantCow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6" name="Picture 265" descr="MutantCow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67" name="Rectangle 266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cow</a:t>
              </a:r>
            </a:p>
          </p:txBody>
        </p:sp>
      </p:grpSp>
      <p:grpSp>
        <p:nvGrpSpPr>
          <p:cNvPr id="269" name="CR:GR_ParagonHorse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0" name="Picture 269" descr="GR_ParagonHorse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1" name="Rectangle 270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equine paragon</a:t>
              </a:r>
            </a:p>
          </p:txBody>
        </p:sp>
      </p:grpSp>
      <p:grpSp>
        <p:nvGrpSpPr>
          <p:cNvPr id="273" name="CR:GR_Mechahorse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4" name="Picture 273" descr="GR_Mechahorse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5" name="TextBox 274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mecha-horse</a:t>
              </a:r>
            </a:p>
          </p:txBody>
        </p:sp>
      </p:grpSp>
      <p:grpSp>
        <p:nvGrpSpPr>
          <p:cNvPr id="276" name="CR:MA_Manehound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77" name="Picture 276" descr="MA_Manehound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78" name="Rectangle 277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manehound</a:t>
              </a:r>
            </a:p>
          </p:txBody>
        </p:sp>
      </p:grpSp>
      <p:grpSp>
        <p:nvGrpSpPr>
          <p:cNvPr id="280" name="CR:JRWCompsognathus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1" name="Picture 280" descr="JRWCompsognathus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2" name="Rectangle 281"/>
            <p:cNvSpPr/>
            <p:nvPr/>
          </p:nvSpPr>
          <p:spPr>
            <a:xfrm>
              <a:off x="1130198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Compsognathus</a:t>
              </a:r>
            </a:p>
          </p:txBody>
        </p:sp>
      </p:grpSp>
      <p:sp>
        <p:nvSpPr>
          <p:cNvPr id="284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7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90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4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(4/7)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Prowle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Prowle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prowler</a:t>
              </a:r>
            </a:p>
          </p:txBody>
        </p:sp>
      </p:grpSp>
      <p:grpSp>
        <p:nvGrpSpPr>
          <p:cNvPr id="10" name="CR:GR_Wolfalop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Wolfalop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wolfalope</a:t>
              </a:r>
            </a:p>
          </p:txBody>
        </p:sp>
      </p:grpSp>
      <p:grpSp>
        <p:nvGrpSpPr>
          <p:cNvPr id="14" name="CR:GR_Wolfbeaver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5" name="Picture 14" descr="GR_Wolfbeave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wolfbeaver</a:t>
              </a:r>
            </a:p>
          </p:txBody>
        </p:sp>
      </p:grpSp>
      <p:grpSp>
        <p:nvGrpSpPr>
          <p:cNvPr id="18" name="CR:GR_Beaverwolf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9" name="Picture 18" descr="GR_Beaverwolf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beaverwolf</a:t>
              </a:r>
            </a:p>
          </p:txBody>
        </p:sp>
      </p:grpSp>
      <p:grpSp>
        <p:nvGrpSpPr>
          <p:cNvPr id="22" name="CR:AM_Apoptosis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3" name="Picture 22" descr="AM_Apoptosis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apoptosis</a:t>
              </a:r>
            </a:p>
          </p:txBody>
        </p:sp>
      </p:grpSp>
      <p:grpSp>
        <p:nvGrpSpPr>
          <p:cNvPr id="25" name="CR:GR_ParagonWolf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6" name="Picture 25" descr="GR_ParagonWolf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21868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canine paragon</a:t>
              </a:r>
            </a:p>
          </p:txBody>
        </p:sp>
      </p:grpSp>
      <p:grpSp>
        <p:nvGrpSpPr>
          <p:cNvPr id="29" name="CR:GR_FleshFlies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sp>
          <p:nvSpPr>
            <p:cNvPr id="30" name="Rectangle 29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solidFill>
              <a:srgbClr val="D9D2C6"/>
            </a:solidFill>
            <a:ln w="9525">
              <a:solidFill>
                <a:srgbClr val="8A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" rIns="12700" tIns="0" bIns="0">
              <a:noAutofit/>
            </a:bodyPr>
            <a:lstStyle/>
            <a:p>
              <a:pPr algn="ctr"/>
              <a:r>
                <a:rPr sz="700" b="0">
                  <a:solidFill>
                    <a:srgbClr val="6B6155"/>
                  </a:solidFill>
                </a:rPr>
                <a:t>no art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flesh flies</a:t>
              </a:r>
            </a:p>
          </p:txBody>
        </p:sp>
      </p:grpSp>
      <p:grpSp>
        <p:nvGrpSpPr>
          <p:cNvPr id="32" name="CR:AM_PristineStride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3" name="Picture 32" descr="AM_PristineStrider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pristine strider</a:t>
              </a:r>
            </a:p>
          </p:txBody>
        </p:sp>
      </p:grpSp>
      <p:grpSp>
        <p:nvGrpSpPr>
          <p:cNvPr id="35" name="CR:GR_Wolfbear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6" name="Picture 35" descr="GR_Wolfbea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wolfbear</a:t>
              </a:r>
            </a:p>
          </p:txBody>
        </p:sp>
      </p:grpSp>
      <p:grpSp>
        <p:nvGrpSpPr>
          <p:cNvPr id="39" name="CR:GR_Wolfcat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0" name="Picture 39" descr="GR_Wolfca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1" name="Rectangle 40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wolfcat</a:t>
              </a:r>
            </a:p>
          </p:txBody>
        </p:sp>
      </p:grpSp>
      <p:grpSp>
        <p:nvGrpSpPr>
          <p:cNvPr id="43" name="CR:VVE_Frog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4" name="Picture 43" descr="VVE_Frog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Frog</a:t>
              </a:r>
            </a:p>
          </p:txBody>
        </p:sp>
      </p:grpSp>
      <p:grpSp>
        <p:nvGrpSpPr>
          <p:cNvPr id="46" name="CR:JRWPsittacosaurus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7" name="Picture 46" descr="JRWPsittacosaurus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Psittacosaurus</a:t>
              </a:r>
            </a:p>
          </p:txBody>
        </p:sp>
      </p:grpSp>
      <p:grpSp>
        <p:nvGrpSpPr>
          <p:cNvPr id="50" name="CR:GR_MeadowLizard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1" name="Picture 50" descr="GR_MeadowLizard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meadow lizard</a:t>
              </a:r>
            </a:p>
          </p:txBody>
        </p:sp>
      </p:grpSp>
      <p:grpSp>
        <p:nvGrpSpPr>
          <p:cNvPr id="53" name="CR:GR_Mechalop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4" name="Picture 53" descr="GR_Mechalop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mechalope</a:t>
              </a:r>
            </a:p>
          </p:txBody>
        </p:sp>
      </p:grpSp>
      <p:grpSp>
        <p:nvGrpSpPr>
          <p:cNvPr id="56" name="CR:JRWMicroceratus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7" name="Picture 56" descr="JRWMicroceratus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8" name="Rectangle 57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ssbik</a:t>
              </a:r>
            </a:p>
          </p:txBody>
        </p:sp>
      </p:grpSp>
      <p:grpSp>
        <p:nvGrpSpPr>
          <p:cNvPr id="60" name="CR:GR_WoolyWolf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1" name="Picture 60" descr="GR_WoolyWolf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2" name="Rectangle 61"/>
            <p:cNvSpPr/>
            <p:nvPr/>
          </p:nvSpPr>
          <p:spPr>
            <a:xfrm>
              <a:off x="943660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wooly Wolf</a:t>
              </a:r>
            </a:p>
          </p:txBody>
        </p:sp>
      </p:grpSp>
      <p:grpSp>
        <p:nvGrpSpPr>
          <p:cNvPr id="64" name="CR:MA_Simbakub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5" name="Picture 64" descr="MA_Simbakub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6" name="Rectangle 65"/>
            <p:cNvSpPr/>
            <p:nvPr/>
          </p:nvSpPr>
          <p:spPr>
            <a:xfrm>
              <a:off x="1005840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Simbakub</a:t>
              </a:r>
            </a:p>
          </p:txBody>
        </p:sp>
      </p:grpSp>
      <p:grpSp>
        <p:nvGrpSpPr>
          <p:cNvPr id="68" name="CR:Castoroides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69" name="Picture 68" descr="Castoroides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0" name="Rectangle 69"/>
            <p:cNvSpPr/>
            <p:nvPr/>
          </p:nvSpPr>
          <p:spPr>
            <a:xfrm>
              <a:off x="1068019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grondik</a:t>
              </a:r>
            </a:p>
          </p:txBody>
        </p:sp>
      </p:grpSp>
      <p:grpSp>
        <p:nvGrpSpPr>
          <p:cNvPr id="72" name="CR:GR_Muffalochicken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3" name="Picture 72" descr="GR_Muffalochicken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4" name="Rectangle 73"/>
            <p:cNvSpPr/>
            <p:nvPr/>
          </p:nvSpPr>
          <p:spPr>
            <a:xfrm>
              <a:off x="1130198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muffalochicken</a:t>
              </a:r>
            </a:p>
          </p:txBody>
        </p:sp>
      </p:grpSp>
      <p:grpSp>
        <p:nvGrpSpPr>
          <p:cNvPr id="76" name="CR:GR_Muffalocat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7" name="Picture 76" descr="GR_Muffalocat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Rectangle 77"/>
            <p:cNvSpPr/>
            <p:nvPr/>
          </p:nvSpPr>
          <p:spPr>
            <a:xfrm>
              <a:off x="10972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muffalocat</a:t>
              </a:r>
            </a:p>
          </p:txBody>
        </p:sp>
      </p:grpSp>
      <p:grpSp>
        <p:nvGrpSpPr>
          <p:cNvPr id="80" name="CR:JRWLycaenops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81" name="Picture 80" descr="JRWLycaenop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2" name="Rectangle 81"/>
            <p:cNvSpPr/>
            <p:nvPr/>
          </p:nvSpPr>
          <p:spPr>
            <a:xfrm>
              <a:off x="73152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Lycaenops</a:t>
              </a:r>
            </a:p>
          </p:txBody>
        </p:sp>
      </p:grpSp>
      <p:grpSp>
        <p:nvGrpSpPr>
          <p:cNvPr id="84" name="CR:JRWProtoceratops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5" name="Picture 84" descr="JRWProtoceratops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6" name="Rectangle 85"/>
            <p:cNvSpPr/>
            <p:nvPr/>
          </p:nvSpPr>
          <p:spPr>
            <a:xfrm>
              <a:off x="135331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Protoceratops</a:t>
              </a:r>
            </a:p>
          </p:txBody>
        </p:sp>
      </p:grpSp>
      <p:grpSp>
        <p:nvGrpSpPr>
          <p:cNvPr id="88" name="CR:AA_FrostLynx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9" name="Picture 88" descr="AA_FrostLynx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Rectangle 89"/>
            <p:cNvSpPr/>
            <p:nvPr/>
          </p:nvSpPr>
          <p:spPr>
            <a:xfrm>
              <a:off x="197510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frost lynx</a:t>
              </a:r>
            </a:p>
          </p:txBody>
        </p:sp>
      </p:grpSp>
      <p:grpSp>
        <p:nvGrpSpPr>
          <p:cNvPr id="92" name="CR:AA_Genix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93" name="Picture 92" descr="AA_Genix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94" name="Rectangle 93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genix</a:t>
              </a:r>
            </a:p>
          </p:txBody>
        </p:sp>
      </p:grpSp>
      <p:grpSp>
        <p:nvGrpSpPr>
          <p:cNvPr id="96" name="CR:GR_Mechabear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7" name="Picture 96" descr="GR_Mechabear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mechabear</a:t>
              </a:r>
            </a:p>
          </p:txBody>
        </p:sp>
      </p:grpSp>
      <p:grpSp>
        <p:nvGrpSpPr>
          <p:cNvPr id="99" name="CR:GR_Muffalowolf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100" name="Picture 99" descr="GR_Muffalowolf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101" name="Rectangle 100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muffalowolf</a:t>
              </a:r>
            </a:p>
          </p:txBody>
        </p:sp>
      </p:grpSp>
      <p:grpSp>
        <p:nvGrpSpPr>
          <p:cNvPr id="103" name="CR:GR_WolfShrimp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104" name="Picture 103" descr="GR_WolfShrimp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5" name="Rectangle 104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 shrimp</a:t>
              </a:r>
            </a:p>
          </p:txBody>
        </p:sp>
      </p:grpSp>
      <p:grpSp>
        <p:nvGrpSpPr>
          <p:cNvPr id="107" name="CR:BMT_Yooka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8" name="Picture 107" descr="BMT_Yooka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yooka</a:t>
              </a:r>
            </a:p>
          </p:txBody>
        </p:sp>
      </p:grpSp>
      <p:grpSp>
        <p:nvGrpSpPr>
          <p:cNvPr id="110" name="CR:GR_Thrumwolf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11" name="Picture 110" descr="GR_Thrumwolf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12" name="Rectangle 111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thrumwolf</a:t>
              </a:r>
            </a:p>
          </p:txBody>
        </p:sp>
      </p:grpSp>
      <p:grpSp>
        <p:nvGrpSpPr>
          <p:cNvPr id="114" name="CR:IronScruff_Tardigrade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5" name="Picture 114" descr="IronScruff_Tardigrade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6" name="Rectangle 115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giant tardigrade</a:t>
              </a:r>
            </a:p>
          </p:txBody>
        </p:sp>
      </p:grpSp>
      <p:grpSp>
        <p:nvGrpSpPr>
          <p:cNvPr id="118" name="CR:VAEWaste_Wasteffalo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9" name="Picture 118" descr="VAEWaste_Wasteffalo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20" name="Rectangle 119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wasteffalo</a:t>
              </a:r>
            </a:p>
          </p:txBody>
        </p:sp>
      </p:grpSp>
      <p:grpSp>
        <p:nvGrpSpPr>
          <p:cNvPr id="122" name="CR:JRWTupandactylus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23" name="Picture 122" descr="JRWTupandactylus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24" name="Rectangle 123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Tupandactylus</a:t>
              </a:r>
            </a:p>
          </p:txBody>
        </p:sp>
      </p:grpSp>
      <p:grpSp>
        <p:nvGrpSpPr>
          <p:cNvPr id="126" name="CR:GR_Muffalobear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7" name="Picture 126" descr="GR_Muffalobear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8" name="Rectangle 127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muffalobear</a:t>
              </a:r>
            </a:p>
          </p:txBody>
        </p:sp>
      </p:grpSp>
      <p:grpSp>
        <p:nvGrpSpPr>
          <p:cNvPr id="130" name="CR:JRWRhamphorhynchus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31" name="Picture 130" descr="JRWRhamphorhynchu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32" name="Rectangle 131"/>
            <p:cNvSpPr/>
            <p:nvPr/>
          </p:nvSpPr>
          <p:spPr>
            <a:xfrm>
              <a:off x="881481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vhikk</a:t>
              </a:r>
            </a:p>
          </p:txBody>
        </p:sp>
      </p:grpSp>
      <p:grpSp>
        <p:nvGrpSpPr>
          <p:cNvPr id="134" name="CR:VGE_Astropede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35" name="Picture 134" descr="VGE_Astropede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36" name="TextBox 135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astropede</a:t>
              </a:r>
            </a:p>
          </p:txBody>
        </p:sp>
      </p:grpSp>
      <p:grpSp>
        <p:nvGrpSpPr>
          <p:cNvPr id="137" name="CR:VFEI2_Ironclad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8" name="Picture 137" descr="VFEI2_Ironclad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ironclad</a:t>
              </a:r>
            </a:p>
          </p:txBody>
        </p:sp>
      </p:grpSp>
      <p:grpSp>
        <p:nvGrpSpPr>
          <p:cNvPr id="140" name="CR:GR_Muffalohorse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41" name="Picture 140" descr="GR_Muffalohorse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42" name="Rectangle 141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muffalohorse</a:t>
              </a:r>
            </a:p>
          </p:txBody>
        </p:sp>
      </p:grpSp>
      <p:grpSp>
        <p:nvGrpSpPr>
          <p:cNvPr id="144" name="CR:BMT_MaceDrake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45" name="Picture 144" descr="BMT_MaceDrake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6" name="TextBox 145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mace drake</a:t>
              </a:r>
            </a:p>
          </p:txBody>
        </p:sp>
      </p:grpSp>
      <p:grpSp>
        <p:nvGrpSpPr>
          <p:cNvPr id="147" name="CR:AM_Mech_Legate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8" name="Picture 147" descr="AM_Mech_Legate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9" name="TextBox 148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legate</a:t>
              </a:r>
            </a:p>
          </p:txBody>
        </p:sp>
      </p:grpSp>
      <p:grpSp>
        <p:nvGrpSpPr>
          <p:cNvPr id="150" name="CR:JRWGallimimus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51" name="Picture 150" descr="JRWGallimimus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52" name="Rectangle 151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Gallimimus</a:t>
              </a:r>
            </a:p>
          </p:txBody>
        </p:sp>
      </p:grpSp>
      <p:grpSp>
        <p:nvGrpSpPr>
          <p:cNvPr id="154" name="CR:JRWHomalocephale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5" name="Picture 154" descr="JRWHomalocephale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6" name="Rectangle 155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Homalocephale</a:t>
              </a:r>
            </a:p>
          </p:txBody>
        </p:sp>
      </p:grpSp>
      <p:grpSp>
        <p:nvGrpSpPr>
          <p:cNvPr id="158" name="CR:JRWStaurikosaurus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9" name="Picture 158" descr="JRWStaurikosaurus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Rectangle 159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Staurikosaurus</a:t>
              </a:r>
            </a:p>
          </p:txBody>
        </p:sp>
      </p:grpSp>
      <p:grpSp>
        <p:nvGrpSpPr>
          <p:cNvPr id="162" name="CR:VAEWaste_Toxbear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63" name="Picture 162" descr="VAEWaste_Toxbear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4" name="Rectangle 163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toxbear</a:t>
              </a:r>
            </a:p>
          </p:txBody>
        </p:sp>
      </p:grpSp>
      <p:grpSp>
        <p:nvGrpSpPr>
          <p:cNvPr id="166" name="CR:Mech_Warqueen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7" name="Picture 166" descr="Mech_Warqueen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queen</a:t>
              </a:r>
            </a:p>
          </p:txBody>
        </p:sp>
      </p:grpSp>
      <p:grpSp>
        <p:nvGrpSpPr>
          <p:cNvPr id="169" name="CR:RSW_ThornbackColo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70" name="Picture 169" descr="RSW_ThornbackColo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TextBox 170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thornback colo</a:t>
              </a:r>
            </a:p>
          </p:txBody>
        </p:sp>
      </p:grpSp>
      <p:grpSp>
        <p:nvGrpSpPr>
          <p:cNvPr id="172" name="CR:MA_SimbakubAlpha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3" name="Picture 172" descr="MA_SimbakubAlpha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4" name="Rectangle 173"/>
            <p:cNvSpPr/>
            <p:nvPr/>
          </p:nvSpPr>
          <p:spPr>
            <a:xfrm>
              <a:off x="446227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Simbakub Alpha</a:t>
              </a:r>
            </a:p>
          </p:txBody>
        </p:sp>
      </p:grpSp>
      <p:grpSp>
        <p:nvGrpSpPr>
          <p:cNvPr id="176" name="CR:Smilodon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7" name="Picture 176" descr="Smilodon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8" name="Rectangle 177"/>
            <p:cNvSpPr/>
            <p:nvPr/>
          </p:nvSpPr>
          <p:spPr>
            <a:xfrm>
              <a:off x="508406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dhakar</a:t>
              </a:r>
            </a:p>
          </p:txBody>
        </p:sp>
      </p:grpSp>
      <p:grpSp>
        <p:nvGrpSpPr>
          <p:cNvPr id="180" name="CR:Palaeeudyptes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81" name="Picture 180" descr="Palaeeudyptes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82" name="Rectangle 181"/>
            <p:cNvSpPr/>
            <p:nvPr/>
          </p:nvSpPr>
          <p:spPr>
            <a:xfrm>
              <a:off x="570585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korrik</a:t>
              </a:r>
            </a:p>
          </p:txBody>
        </p:sp>
      </p:grpSp>
      <p:grpSp>
        <p:nvGrpSpPr>
          <p:cNvPr id="184" name="CR:Andrewsarchus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5" name="Picture 184" descr="Andrewsarchus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6" name="Rectangle 185"/>
            <p:cNvSpPr/>
            <p:nvPr/>
          </p:nvSpPr>
          <p:spPr>
            <a:xfrm>
              <a:off x="632764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krondar</a:t>
              </a:r>
            </a:p>
          </p:txBody>
        </p:sp>
      </p:grpSp>
      <p:grpSp>
        <p:nvGrpSpPr>
          <p:cNvPr id="188" name="CR:GR_Bearchicken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9" name="Picture 188" descr="GR_Bearchicken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90" name="Rectangle 189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bearchicken</a:t>
              </a:r>
            </a:p>
          </p:txBody>
        </p:sp>
      </p:grpSp>
      <p:grpSp>
        <p:nvGrpSpPr>
          <p:cNvPr id="192" name="CR:Moose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93" name="Picture 192" descr="Moose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4" name="Rectangle 193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moose</a:t>
              </a:r>
            </a:p>
          </p:txBody>
        </p:sp>
      </p:grpSp>
      <p:grpSp>
        <p:nvGrpSpPr>
          <p:cNvPr id="196" name="CR:Dinopithecus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7" name="Picture 196" descr="Dinopithecus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Rectangle 197"/>
            <p:cNvSpPr/>
            <p:nvPr/>
          </p:nvSpPr>
          <p:spPr>
            <a:xfrm>
              <a:off x="819302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vekka</a:t>
              </a:r>
            </a:p>
          </p:txBody>
        </p:sp>
      </p:grpSp>
      <p:grpSp>
        <p:nvGrpSpPr>
          <p:cNvPr id="200" name="CR:MA_Capryak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201" name="Picture 200" descr="MA_Capryak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202" name="Rectangle 201"/>
            <p:cNvSpPr/>
            <p:nvPr/>
          </p:nvSpPr>
          <p:spPr>
            <a:xfrm>
              <a:off x="881481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Capryak</a:t>
              </a:r>
            </a:p>
          </p:txBody>
        </p:sp>
      </p:grpSp>
      <p:grpSp>
        <p:nvGrpSpPr>
          <p:cNvPr id="204" name="CR:VAEWaste_Toxscorpion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5" name="Picture 204" descr="VAEWaste_Toxscorpion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6" name="Rectangle 205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toxscorpion</a:t>
              </a:r>
            </a:p>
          </p:txBody>
        </p:sp>
      </p:grpSp>
      <p:grpSp>
        <p:nvGrpSpPr>
          <p:cNvPr id="208" name="CR:JRWTorosaurus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9" name="Picture 208" descr="JRWTorosaurus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10" name="Rectangle 209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ssborrak</a:t>
              </a:r>
            </a:p>
          </p:txBody>
        </p:sp>
      </p:grpSp>
      <p:grpSp>
        <p:nvGrpSpPr>
          <p:cNvPr id="212" name="CR:RSW_ColoClawFish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13" name="Picture 212" descr="RSW_ColoClawFish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colo claw fish</a:t>
              </a:r>
            </a:p>
          </p:txBody>
        </p:sp>
      </p:grpSp>
      <p:grpSp>
        <p:nvGrpSpPr>
          <p:cNvPr id="215" name="CR:VAEWaste_Pestigator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6" name="Picture 215" descr="VAEWaste_Pestigato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7" name="Rectangle 216"/>
            <p:cNvSpPr/>
            <p:nvPr/>
          </p:nvSpPr>
          <p:spPr>
            <a:xfrm>
              <a:off x="1130198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pestigator</a:t>
              </a:r>
            </a:p>
          </p:txBody>
        </p:sp>
      </p:grpSp>
      <p:grpSp>
        <p:nvGrpSpPr>
          <p:cNvPr id="219" name="CR:PoisonDeer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20" name="Picture 219" descr="PoisonDeer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21" name="Rectangle 220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deer</a:t>
              </a:r>
            </a:p>
          </p:txBody>
        </p:sp>
      </p:grpSp>
      <p:grpSp>
        <p:nvGrpSpPr>
          <p:cNvPr id="223" name="CR:GR_Catrabbit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24" name="Picture 223" descr="GR_Catrabbit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25" name="Rectangle 224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catrabbit</a:t>
              </a:r>
            </a:p>
          </p:txBody>
        </p:sp>
      </p:grpSp>
      <p:grpSp>
        <p:nvGrpSpPr>
          <p:cNvPr id="227" name="CR:GR_Catbear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8" name="Picture 227" descr="GR_Catbear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9" name="Rectangle 228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catbear</a:t>
              </a:r>
            </a:p>
          </p:txBody>
        </p:sp>
      </p:grpSp>
      <p:grpSp>
        <p:nvGrpSpPr>
          <p:cNvPr id="231" name="CR:GR_Catffalo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32" name="Picture 231" descr="GR_Catffalo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33" name="Rectangle 232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catffalo</a:t>
              </a:r>
            </a:p>
          </p:txBody>
        </p:sp>
      </p:grpSp>
      <p:grpSp>
        <p:nvGrpSpPr>
          <p:cNvPr id="235" name="CR:GR_Catwolf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6" name="Picture 235" descr="GR_Catwolf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7" name="Rectangle 236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catwolf</a:t>
              </a:r>
            </a:p>
          </p:txBody>
        </p:sp>
      </p:grpSp>
      <p:grpSp>
        <p:nvGrpSpPr>
          <p:cNvPr id="239" name="CR:AA_BlizzariskClutchMother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40" name="Picture 239" descr="AA_BlizzariskClutchMother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41" name="TextBox 240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blizzarisk clutch mother</a:t>
              </a:r>
            </a:p>
          </p:txBody>
        </p:sp>
      </p:grpSp>
      <p:grpSp>
        <p:nvGrpSpPr>
          <p:cNvPr id="242" name="CR:AA_DunealiskClutchMother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43" name="Picture 242" descr="AA_DunealiskClutchMother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44" name="TextBox 243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dunealisk clutch mother</a:t>
              </a:r>
            </a:p>
          </p:txBody>
        </p:sp>
      </p:grpSp>
      <p:grpSp>
        <p:nvGrpSpPr>
          <p:cNvPr id="245" name="CR:AA_FeraliskClutchMother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6" name="Picture 245" descr="AA_FeraliskClutchMother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7" name="TextBox 246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feralisk clutch mother</a:t>
              </a:r>
            </a:p>
          </p:txBody>
        </p:sp>
      </p:grpSp>
      <p:grpSp>
        <p:nvGrpSpPr>
          <p:cNvPr id="248" name="CR:MA_Scarodon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9" name="Picture 248" descr="MA_Scarodon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50" name="Rectangle 249"/>
            <p:cNvSpPr/>
            <p:nvPr/>
          </p:nvSpPr>
          <p:spPr>
            <a:xfrm>
              <a:off x="508406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scarodon</a:t>
              </a:r>
            </a:p>
          </p:txBody>
        </p:sp>
      </p:grpSp>
      <p:grpSp>
        <p:nvGrpSpPr>
          <p:cNvPr id="252" name="CR:JRWPachycephalosaurus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53" name="Picture 252" descr="JRWPachycephalosaurus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54" name="Rectangle 253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Pachycephalosaurus</a:t>
              </a:r>
            </a:p>
          </p:txBody>
        </p:sp>
      </p:grpSp>
      <p:grpSp>
        <p:nvGrpSpPr>
          <p:cNvPr id="256" name="CR:AM_Demolisher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7" name="Picture 256" descr="AM_Demolisher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8" name="TextBox 257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demolisher</a:t>
              </a:r>
            </a:p>
          </p:txBody>
        </p:sp>
      </p:grpSp>
      <p:grpSp>
        <p:nvGrpSpPr>
          <p:cNvPr id="259" name="CR:DA_Goldilox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60" name="Picture 259" descr="DA_Goldilox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61" name="TextBox 260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goldilox</a:t>
              </a:r>
            </a:p>
          </p:txBody>
        </p:sp>
      </p:grpSp>
      <p:grpSp>
        <p:nvGrpSpPr>
          <p:cNvPr id="262" name="CR:AM_Siegebreaker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63" name="Picture 262" descr="AM_Siegebreaker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4" name="TextBox 263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siegebreaker</a:t>
              </a:r>
            </a:p>
          </p:txBody>
        </p:sp>
      </p:grpSp>
      <p:grpSp>
        <p:nvGrpSpPr>
          <p:cNvPr id="265" name="CR:AM_Siegemelter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6" name="Picture 265" descr="AM_Siegemelter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7" name="TextBox 266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siegemelter</a:t>
              </a:r>
            </a:p>
          </p:txBody>
        </p:sp>
      </p:grpSp>
      <p:grpSp>
        <p:nvGrpSpPr>
          <p:cNvPr id="268" name="CR:AM_Starfire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9" name="Picture 268" descr="AM_Starfire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70" name="TextBox 269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starfire</a:t>
              </a:r>
            </a:p>
          </p:txBody>
        </p:sp>
      </p:grpSp>
      <p:grpSp>
        <p:nvGrpSpPr>
          <p:cNvPr id="271" name="CR:ShortfacedBear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2" name="Picture 271" descr="ShortfacedBear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3" name="Rectangle 272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rannak</a:t>
              </a:r>
            </a:p>
          </p:txBody>
        </p:sp>
      </p:grpSp>
      <p:grpSp>
        <p:nvGrpSpPr>
          <p:cNvPr id="275" name="CR:DA_RockTroll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6" name="Picture 275" descr="DA_RockTroll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rock troll</a:t>
              </a:r>
            </a:p>
          </p:txBody>
        </p:sp>
      </p:grpSp>
      <p:grpSp>
        <p:nvGrpSpPr>
          <p:cNvPr id="278" name="CR:BMT_BiliousVarog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79" name="Picture 278" descr="BMT_BiliousVarog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80" name="TextBox 279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bilious varog</a:t>
              </a:r>
            </a:p>
          </p:txBody>
        </p:sp>
      </p:grpSp>
      <p:grpSp>
        <p:nvGrpSpPr>
          <p:cNvPr id="281" name="CR:MA_Harpeagle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2" name="Picture 281" descr="MA_Harpeagle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3" name="Rectangle 282"/>
            <p:cNvSpPr/>
            <p:nvPr/>
          </p:nvSpPr>
          <p:spPr>
            <a:xfrm>
              <a:off x="1130198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harpeagle</a:t>
              </a:r>
            </a:p>
          </p:txBody>
        </p:sp>
      </p:grpSp>
      <p:sp>
        <p:nvSpPr>
          <p:cNvPr id="285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8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91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5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(5/7)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Daeodon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Daeodon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borrak</a:t>
              </a:r>
            </a:p>
          </p:txBody>
        </p:sp>
      </p:grpSp>
      <p:grpSp>
        <p:nvGrpSpPr>
          <p:cNvPr id="11" name="CR:MA_Duskhor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MA_Duskhor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duskhorn</a:t>
              </a:r>
            </a:p>
          </p:txBody>
        </p:sp>
      </p:grpSp>
      <p:grpSp>
        <p:nvGrpSpPr>
          <p:cNvPr id="15" name="CR:Gigantopithecus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Gigantopithecus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gigantopithecus</a:t>
              </a:r>
            </a:p>
          </p:txBody>
        </p:sp>
      </p:grpSp>
      <p:grpSp>
        <p:nvGrpSpPr>
          <p:cNvPr id="19" name="CR:RSW_AbyssalColo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20" name="Picture 19" descr="RSW_AbyssalColo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abyssal colo</a:t>
              </a:r>
            </a:p>
          </p:txBody>
        </p:sp>
      </p:grpSp>
      <p:grpSp>
        <p:nvGrpSpPr>
          <p:cNvPr id="22" name="CR:Josephoartigasia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3" name="Picture 22" descr="Josephoartigasia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259689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grondrak</a:t>
              </a:r>
            </a:p>
          </p:txBody>
        </p:sp>
      </p:grpSp>
      <p:grpSp>
        <p:nvGrpSpPr>
          <p:cNvPr id="26" name="CR:GR_Bearwolf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7" name="Picture 26" descr="GR_Bearwolf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321868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bearwolf</a:t>
              </a:r>
            </a:p>
          </p:txBody>
        </p:sp>
      </p:grpSp>
      <p:grpSp>
        <p:nvGrpSpPr>
          <p:cNvPr id="30" name="CR:Diprotodon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31" name="Picture 30" descr="Diprotodon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obbak</a:t>
              </a:r>
            </a:p>
          </p:txBody>
        </p:sp>
      </p:grpSp>
      <p:grpSp>
        <p:nvGrpSpPr>
          <p:cNvPr id="34" name="CR:JRWAntarctopelt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5" name="Picture 34" descr="JRWAntarctopelt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446227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Antarctopelta</a:t>
              </a:r>
            </a:p>
          </p:txBody>
        </p:sp>
      </p:grpSp>
      <p:grpSp>
        <p:nvGrpSpPr>
          <p:cNvPr id="38" name="CR:JRWAbrictosaurus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9" name="Picture 38" descr="JRWAbrictosaurus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Abrictosaurus</a:t>
              </a:r>
            </a:p>
          </p:txBody>
        </p:sp>
      </p:grpSp>
      <p:grpSp>
        <p:nvGrpSpPr>
          <p:cNvPr id="42" name="CR:JRWDrinker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3" name="Picture 42" descr="JRWDrinker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4" name="Rectangle 43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Drinker</a:t>
              </a:r>
            </a:p>
          </p:txBody>
        </p:sp>
      </p:grpSp>
      <p:grpSp>
        <p:nvGrpSpPr>
          <p:cNvPr id="46" name="CR:JRWAgilisaurus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7" name="Picture 46" descr="JRWAgilisaurus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sskarr</a:t>
              </a:r>
            </a:p>
          </p:txBody>
        </p:sp>
      </p:grpSp>
      <p:grpSp>
        <p:nvGrpSpPr>
          <p:cNvPr id="50" name="CR:GR_ParagonBea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51" name="Picture 50" descr="GR_ParagonBea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52" name="Rectangle 51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ursine paragon</a:t>
              </a:r>
            </a:p>
          </p:txBody>
        </p:sp>
      </p:grpSp>
      <p:grpSp>
        <p:nvGrpSpPr>
          <p:cNvPr id="54" name="CR:Enhydriodon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5" name="Picture 54" descr="Enhydriodon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6" name="Rectangle 55"/>
            <p:cNvSpPr/>
            <p:nvPr/>
          </p:nvSpPr>
          <p:spPr>
            <a:xfrm>
              <a:off x="757123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lussik</a:t>
              </a:r>
            </a:p>
          </p:txBody>
        </p:sp>
      </p:grpSp>
      <p:grpSp>
        <p:nvGrpSpPr>
          <p:cNvPr id="58" name="CR:MA_Furpotamus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9" name="Picture 58" descr="MA_Furpotamus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Rectangle 59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furpotamus</a:t>
              </a:r>
            </a:p>
          </p:txBody>
        </p:sp>
      </p:grpSp>
      <p:grpSp>
        <p:nvGrpSpPr>
          <p:cNvPr id="62" name="CR:MA_Direhors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63" name="Picture 62" descr="MA_Direhors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64" name="Rectangle 63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direhorse</a:t>
              </a:r>
            </a:p>
          </p:txBody>
        </p:sp>
      </p:grpSp>
      <p:grpSp>
        <p:nvGrpSpPr>
          <p:cNvPr id="66" name="CR:VVE_Toad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7" name="Picture 66" descr="VVE_Toad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Toad</a:t>
              </a:r>
            </a:p>
          </p:txBody>
        </p:sp>
      </p:grpSp>
      <p:grpSp>
        <p:nvGrpSpPr>
          <p:cNvPr id="69" name="CR:AM_Phalanx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70" name="Picture 69" descr="AM_Phalanx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phalanx</a:t>
              </a:r>
            </a:p>
          </p:txBody>
        </p:sp>
      </p:grpSp>
      <p:grpSp>
        <p:nvGrpSpPr>
          <p:cNvPr id="72" name="CR:AM_Fireworm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73" name="Picture 72" descr="AM_Fireworm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fireworm</a:t>
              </a:r>
            </a:p>
          </p:txBody>
        </p:sp>
      </p:grpSp>
      <p:grpSp>
        <p:nvGrpSpPr>
          <p:cNvPr id="75" name="CR:Ling_Cockroach_Mechanoid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6" name="Picture 75" descr="Ling_Cockroach_Mechanoid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Mechanical Cockroach</a:t>
              </a:r>
            </a:p>
          </p:txBody>
        </p:sp>
      </p:grpSp>
      <p:grpSp>
        <p:nvGrpSpPr>
          <p:cNvPr id="78" name="CR:JRWUdanoceratop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9" name="Picture 78" descr="JRWUdanoceratop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80" name="Rectangle 79"/>
            <p:cNvSpPr/>
            <p:nvPr/>
          </p:nvSpPr>
          <p:spPr>
            <a:xfrm>
              <a:off x="10972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Udanoceratops</a:t>
              </a:r>
            </a:p>
          </p:txBody>
        </p:sp>
      </p:grpSp>
      <p:grpSp>
        <p:nvGrpSpPr>
          <p:cNvPr id="82" name="CR:AV_Chariot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83" name="Picture 82" descr="AV_Chariot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dewback chariot</a:t>
              </a:r>
            </a:p>
          </p:txBody>
        </p:sp>
      </p:grpSp>
      <p:grpSp>
        <p:nvGrpSpPr>
          <p:cNvPr id="85" name="CR:GR_Mechaspider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6" name="Picture 85" descr="GR_Mechaspider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mechaspider</a:t>
              </a:r>
            </a:p>
          </p:txBody>
        </p:sp>
      </p:grpSp>
      <p:grpSp>
        <p:nvGrpSpPr>
          <p:cNvPr id="88" name="CR:VVE_Prowler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9" name="Picture 88" descr="VVE_Prowler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Prowler</a:t>
              </a:r>
            </a:p>
          </p:txBody>
        </p:sp>
      </p:grpSp>
      <p:grpSp>
        <p:nvGrpSpPr>
          <p:cNvPr id="91" name="CR:JRWTermitotron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92" name="Picture 91" descr="JRWTermitotron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Rectangle 92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Termitotron</a:t>
              </a:r>
            </a:p>
          </p:txBody>
        </p:sp>
      </p:grpSp>
      <p:grpSp>
        <p:nvGrpSpPr>
          <p:cNvPr id="95" name="CR:Aurochs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6" name="Picture 95" descr="Aurochs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7" name="Rectangle 96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aurochs</a:t>
              </a:r>
            </a:p>
          </p:txBody>
        </p:sp>
      </p:grpSp>
      <p:grpSp>
        <p:nvGrpSpPr>
          <p:cNvPr id="99" name="CR:JRWEdaphosaurus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100" name="Picture 99" descr="JRWEdaphosaurus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101" name="Rectangle 100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Edaphosaurus</a:t>
              </a:r>
            </a:p>
          </p:txBody>
        </p:sp>
      </p:grpSp>
      <p:grpSp>
        <p:nvGrpSpPr>
          <p:cNvPr id="103" name="CR:JRWOphiacodon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104" name="Picture 103" descr="JRWOphiacodon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5" name="Rectangle 104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Ophiacodon</a:t>
              </a:r>
            </a:p>
          </p:txBody>
        </p:sp>
      </p:grpSp>
      <p:grpSp>
        <p:nvGrpSpPr>
          <p:cNvPr id="107" name="CR:VVE_Roadkill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8" name="Picture 107" descr="VVE_Roadkill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Roadkill</a:t>
              </a:r>
            </a:p>
          </p:txBody>
        </p:sp>
      </p:grpSp>
      <p:grpSp>
        <p:nvGrpSpPr>
          <p:cNvPr id="110" name="CR:JRWTanystropheus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11" name="Picture 110" descr="JRWTanystropheus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12" name="Rectangle 111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Tanystropheus</a:t>
              </a:r>
            </a:p>
          </p:txBody>
        </p:sp>
      </p:grpSp>
      <p:grpSp>
        <p:nvGrpSpPr>
          <p:cNvPr id="114" name="CR:JRWDracorex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5" name="Picture 114" descr="JRWDracorex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6" name="Rectangle 115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Dracorex</a:t>
              </a:r>
            </a:p>
          </p:txBody>
        </p:sp>
      </p:grpSp>
      <p:grpSp>
        <p:nvGrpSpPr>
          <p:cNvPr id="118" name="CR:JRWOviraptor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9" name="Picture 118" descr="JRWOviraptor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20" name="Rectangle 119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Oviraptor</a:t>
              </a:r>
            </a:p>
          </p:txBody>
        </p:sp>
      </p:grpSp>
      <p:grpSp>
        <p:nvGrpSpPr>
          <p:cNvPr id="122" name="CR:Chalicotherium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23" name="Picture 122" descr="Chalicotherium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24" name="Rectangle 123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chalicotherium</a:t>
              </a:r>
            </a:p>
          </p:txBody>
        </p:sp>
      </p:grpSp>
      <p:grpSp>
        <p:nvGrpSpPr>
          <p:cNvPr id="126" name="CR:Megalochelys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7" name="Picture 126" descr="Megalochely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8" name="Rectangle 127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megalochelys</a:t>
              </a:r>
            </a:p>
          </p:txBody>
        </p:sp>
      </p:grpSp>
      <p:grpSp>
        <p:nvGrpSpPr>
          <p:cNvPr id="130" name="CR:JRWScutosaurus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31" name="Picture 130" descr="JRWScutosaurus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32" name="Rectangle 131"/>
            <p:cNvSpPr/>
            <p:nvPr/>
          </p:nvSpPr>
          <p:spPr>
            <a:xfrm>
              <a:off x="881481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Scutosaurus</a:t>
              </a:r>
            </a:p>
          </p:txBody>
        </p:sp>
      </p:grpSp>
      <p:grpSp>
        <p:nvGrpSpPr>
          <p:cNvPr id="134" name="CR:JRWStyracosaurus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35" name="Picture 134" descr="JRWStyracosaurus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36" name="Rectangle 135"/>
            <p:cNvSpPr/>
            <p:nvPr/>
          </p:nvSpPr>
          <p:spPr>
            <a:xfrm>
              <a:off x="943660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Styracosaurus</a:t>
              </a:r>
            </a:p>
          </p:txBody>
        </p:sp>
      </p:grpSp>
      <p:grpSp>
        <p:nvGrpSpPr>
          <p:cNvPr id="138" name="CR:Dreadmeld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9" name="Picture 138" descr="Dreadmeld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40" name="TextBox 139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dreadmeld</a:t>
              </a:r>
            </a:p>
          </p:txBody>
        </p:sp>
      </p:grpSp>
      <p:grpSp>
        <p:nvGrpSpPr>
          <p:cNvPr id="141" name="CR:JRWEstemmenosuchus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42" name="Picture 141" descr="JRWEstemmenosuchus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43" name="Rectangle 142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ssgrondak</a:t>
              </a:r>
            </a:p>
          </p:txBody>
        </p:sp>
      </p:grpSp>
      <p:grpSp>
        <p:nvGrpSpPr>
          <p:cNvPr id="145" name="CR:AM_WarEmpress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46" name="Picture 145" descr="AM_WarEmpress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7" name="TextBox 146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empress</a:t>
              </a:r>
            </a:p>
          </p:txBody>
        </p:sp>
      </p:grpSp>
      <p:grpSp>
        <p:nvGrpSpPr>
          <p:cNvPr id="148" name="CR:GR_Mechamuffalo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9" name="Picture 148" descr="GR_Mechamuffalo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mecha-muffalo</a:t>
              </a:r>
            </a:p>
          </p:txBody>
        </p:sp>
      </p:grpSp>
      <p:grpSp>
        <p:nvGrpSpPr>
          <p:cNvPr id="151" name="CR:Gigantophis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52" name="Picture 151" descr="Gigantophis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53" name="Rectangle 152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sserrakoth</a:t>
              </a:r>
            </a:p>
          </p:txBody>
        </p:sp>
      </p:grpSp>
      <p:grpSp>
        <p:nvGrpSpPr>
          <p:cNvPr id="155" name="CR:MA_Dunbear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6" name="Picture 155" descr="MA_Dunbear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7" name="Rectangle 156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dunbear</a:t>
              </a:r>
            </a:p>
          </p:txBody>
        </p:sp>
      </p:grpSp>
      <p:grpSp>
        <p:nvGrpSpPr>
          <p:cNvPr id="159" name="CR:JRWOuranosaurus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60" name="Picture 159" descr="JRWOuranosaurus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61" name="Rectangle 160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ssvarrak</a:t>
              </a:r>
            </a:p>
          </p:txBody>
        </p:sp>
      </p:grpSp>
      <p:grpSp>
        <p:nvGrpSpPr>
          <p:cNvPr id="163" name="CR:AM_Mech_PristineAssembler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64" name="Picture 163" descr="AM_Mech_PristineAssembler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5" name="TextBox 164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pristine assembler</a:t>
              </a:r>
            </a:p>
          </p:txBody>
        </p:sp>
      </p:grpSp>
      <p:grpSp>
        <p:nvGrpSpPr>
          <p:cNvPr id="166" name="CR:GR_Nighthrumbo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7" name="Picture 166" descr="GR_Nighthrumbo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nighthrumbo</a:t>
              </a:r>
            </a:p>
          </p:txBody>
        </p:sp>
      </p:grpSp>
      <p:grpSp>
        <p:nvGrpSpPr>
          <p:cNvPr id="169" name="CR:CACrystalScythe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70" name="Picture 169" descr="CACrystalScythe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TextBox 170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 scythe</a:t>
              </a:r>
            </a:p>
          </p:txBody>
        </p:sp>
      </p:grpSp>
      <p:grpSp>
        <p:nvGrpSpPr>
          <p:cNvPr id="172" name="CR:CAHarbinger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3" name="Picture 172" descr="CAHarbinger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Harbinger</a:t>
              </a:r>
            </a:p>
          </p:txBody>
        </p:sp>
      </p:grpSp>
      <p:grpSp>
        <p:nvGrpSpPr>
          <p:cNvPr id="175" name="CR:CAHavoc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6" name="Picture 175" descr="CAHavoc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7" name="TextBox 176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Havoc</a:t>
              </a:r>
            </a:p>
          </p:txBody>
        </p:sp>
      </p:grpSp>
      <p:grpSp>
        <p:nvGrpSpPr>
          <p:cNvPr id="178" name="CR:AV_Palanquin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9" name="Picture 178" descr="AV_Palanquin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80" name="TextBox 179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Palanquin</a:t>
              </a:r>
            </a:p>
          </p:txBody>
        </p:sp>
      </p:grpSp>
      <p:grpSp>
        <p:nvGrpSpPr>
          <p:cNvPr id="181" name="CR:AV_WarChariot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2" name="Picture 181" descr="AV_WarChariot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3" name="TextBox 182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dewback war chariot</a:t>
              </a:r>
            </a:p>
          </p:txBody>
        </p:sp>
      </p:grpSp>
      <p:grpSp>
        <p:nvGrpSpPr>
          <p:cNvPr id="184" name="CR:JRWDryosaurus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5" name="Picture 184" descr="JRWDryosaurus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6" name="Rectangle 185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ssdarr</a:t>
              </a:r>
            </a:p>
          </p:txBody>
        </p:sp>
      </p:grpSp>
      <p:grpSp>
        <p:nvGrpSpPr>
          <p:cNvPr id="188" name="CR:Quinkana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89" name="Picture 188" descr="Quinkana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0" name="Rectangle 189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sskorrak</a:t>
              </a:r>
            </a:p>
          </p:txBody>
        </p:sp>
      </p:grpSp>
      <p:grpSp>
        <p:nvGrpSpPr>
          <p:cNvPr id="192" name="CR:JRWDeinonychus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3" name="Picture 192" descr="JRWDeinonychus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4" name="Rectangle 193"/>
            <p:cNvSpPr/>
            <p:nvPr/>
          </p:nvSpPr>
          <p:spPr>
            <a:xfrm>
              <a:off x="819302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Deinonychus</a:t>
              </a:r>
            </a:p>
          </p:txBody>
        </p:sp>
      </p:grpSp>
      <p:grpSp>
        <p:nvGrpSpPr>
          <p:cNvPr id="196" name="CR:JRWDromaeosaurus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7" name="Picture 196" descr="JRWDromaeosaurus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Rectangle 197"/>
            <p:cNvSpPr/>
            <p:nvPr/>
          </p:nvSpPr>
          <p:spPr>
            <a:xfrm>
              <a:off x="881481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Dromaeosaurus</a:t>
              </a:r>
            </a:p>
          </p:txBody>
        </p:sp>
      </p:grpSp>
      <p:grpSp>
        <p:nvGrpSpPr>
          <p:cNvPr id="200" name="CR:JRWStygimoloch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1" name="Picture 200" descr="JRWStygimoloch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2" name="Rectangle 201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Stygimoloch</a:t>
              </a:r>
            </a:p>
          </p:txBody>
        </p:sp>
      </p:grpSp>
      <p:grpSp>
        <p:nvGrpSpPr>
          <p:cNvPr id="204" name="CR:JRWTroodon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5" name="Picture 204" descr="JRWTroodon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06" name="Rectangle 205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Troodon</a:t>
              </a:r>
            </a:p>
          </p:txBody>
        </p:sp>
      </p:grpSp>
      <p:grpSp>
        <p:nvGrpSpPr>
          <p:cNvPr id="208" name="CR:JRWVelociraptor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9" name="Picture 208" descr="JRWVelocirapto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10" name="Rectangle 209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Velociraptor</a:t>
              </a:r>
            </a:p>
          </p:txBody>
        </p:sp>
      </p:grpSp>
      <p:grpSp>
        <p:nvGrpSpPr>
          <p:cNvPr id="212" name="CR:AM_Infernus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3" name="Picture 212" descr="AM_Infernus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infernus</a:t>
              </a:r>
            </a:p>
          </p:txBody>
        </p:sp>
      </p:grpSp>
      <p:grpSp>
        <p:nvGrpSpPr>
          <p:cNvPr id="215" name="CR:RG_WoollyStegosaurus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16" name="Picture 215" descr="RG_WoollyStegosaurus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17" name="Rectangle 216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woolly stegosaurus</a:t>
              </a:r>
            </a:p>
          </p:txBody>
        </p:sp>
      </p:grpSp>
      <p:grpSp>
        <p:nvGrpSpPr>
          <p:cNvPr id="219" name="CR:Mastodon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20" name="Picture 219" descr="Mastodon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21" name="Rectangle 220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mastodon</a:t>
              </a:r>
            </a:p>
          </p:txBody>
        </p:sp>
      </p:grpSp>
      <p:grpSp>
        <p:nvGrpSpPr>
          <p:cNvPr id="223" name="CR:Titanoboa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4" name="Picture 223" descr="Titanoboa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5" name="Rectangle 224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ssorrakoth</a:t>
              </a:r>
            </a:p>
          </p:txBody>
        </p:sp>
      </p:grpSp>
      <p:grpSp>
        <p:nvGrpSpPr>
          <p:cNvPr id="227" name="CR:Megalania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28" name="Picture 227" descr="Megalania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29" name="Rectangle 228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megalania</a:t>
              </a:r>
            </a:p>
          </p:txBody>
        </p:sp>
      </p:grpSp>
      <p:grpSp>
        <p:nvGrpSpPr>
          <p:cNvPr id="231" name="CR:JRWGigantophis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2" name="Picture 231" descr="JRWGigantophis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3" name="Rectangle 232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gigantophis</a:t>
              </a:r>
            </a:p>
          </p:txBody>
        </p:sp>
      </p:grpSp>
      <p:grpSp>
        <p:nvGrpSpPr>
          <p:cNvPr id="235" name="CR:JRWTitanoboa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36" name="Picture 235" descr="JRWTitanoboa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37" name="Rectangle 236"/>
            <p:cNvSpPr/>
            <p:nvPr/>
          </p:nvSpPr>
          <p:spPr>
            <a:xfrm>
              <a:off x="321868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titanoboa</a:t>
              </a:r>
            </a:p>
          </p:txBody>
        </p:sp>
      </p:grpSp>
      <p:grpSp>
        <p:nvGrpSpPr>
          <p:cNvPr id="239" name="CR:MA_Plastemmoth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40" name="Picture 239" descr="MA_Plastemmoth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41" name="Rectangle 240"/>
            <p:cNvSpPr/>
            <p:nvPr/>
          </p:nvSpPr>
          <p:spPr>
            <a:xfrm>
              <a:off x="384048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Plastemmoth</a:t>
              </a:r>
            </a:p>
          </p:txBody>
        </p:sp>
      </p:grpSp>
      <p:grpSp>
        <p:nvGrpSpPr>
          <p:cNvPr id="243" name="CR:VFEI2_Teramantis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4" name="Picture 243" descr="VFEI2_Teramantis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5" name="TextBox 244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teramantis</a:t>
              </a:r>
            </a:p>
          </p:txBody>
        </p:sp>
      </p:grpSp>
      <p:grpSp>
        <p:nvGrpSpPr>
          <p:cNvPr id="246" name="CR:VFEI2_Titantick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7" name="Picture 246" descr="VFEI2_Titantick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48" name="TextBox 247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titantick</a:t>
              </a:r>
            </a:p>
          </p:txBody>
        </p:sp>
      </p:grpSp>
      <p:grpSp>
        <p:nvGrpSpPr>
          <p:cNvPr id="249" name="CR:WoollyMammoth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50" name="Picture 249" descr="WoollyMammoth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51" name="Rectangle 250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vhorbantha</a:t>
              </a:r>
            </a:p>
          </p:txBody>
        </p:sp>
      </p:grpSp>
      <p:grpSp>
        <p:nvGrpSpPr>
          <p:cNvPr id="253" name="CR:VVE_Scytheman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4" name="Picture 253" descr="VVE_Scytheman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5" name="TextBox 254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Scytheman</a:t>
              </a:r>
            </a:p>
          </p:txBody>
        </p:sp>
      </p:grpSp>
      <p:grpSp>
        <p:nvGrpSpPr>
          <p:cNvPr id="256" name="CR:JRWCoelophysis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57" name="Picture 256" descr="JRWCoelophysis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58" name="Rectangle 257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sslek</a:t>
              </a:r>
            </a:p>
          </p:txBody>
        </p:sp>
      </p:grpSp>
      <p:grpSp>
        <p:nvGrpSpPr>
          <p:cNvPr id="260" name="CR:AV_OutriggerCanoe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61" name="Picture 260" descr="AV_OutriggerCanoe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2" name="TextBox 261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Outrigger Canoe</a:t>
              </a:r>
            </a:p>
          </p:txBody>
        </p:sp>
      </p:grpSp>
      <p:grpSp>
        <p:nvGrpSpPr>
          <p:cNvPr id="263" name="CR:VVE_Dinghy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4" name="Picture 263" descr="VVE_Dinghy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5" name="TextBox 264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Dinghy</a:t>
              </a:r>
            </a:p>
          </p:txBody>
        </p:sp>
      </p:grpSp>
      <p:grpSp>
        <p:nvGrpSpPr>
          <p:cNvPr id="266" name="CR:JRWKileskus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7" name="Picture 266" descr="JRWKileskus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68" name="Rectangle 267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krissh</a:t>
              </a:r>
            </a:p>
          </p:txBody>
        </p:sp>
      </p:grpSp>
      <p:grpSp>
        <p:nvGrpSpPr>
          <p:cNvPr id="270" name="CR:VVE_Highwayman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1" name="Picture 270" descr="VVE_Highwayman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2" name="TextBox 271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Highwayman</a:t>
              </a:r>
            </a:p>
          </p:txBody>
        </p:sp>
      </p:grpSp>
      <p:grpSp>
        <p:nvGrpSpPr>
          <p:cNvPr id="273" name="CR:VVE_Traveller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4" name="Picture 273" descr="VVE_Traveller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5" name="TextBox 274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Traveller</a:t>
              </a:r>
            </a:p>
          </p:txBody>
        </p:sp>
      </p:grpSp>
      <p:grpSp>
        <p:nvGrpSpPr>
          <p:cNvPr id="276" name="CR:VVE_BangBus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77" name="Picture 276" descr="VVE_BangBus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78" name="TextBox 277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Bang Bus</a:t>
              </a:r>
            </a:p>
          </p:txBody>
        </p:sp>
      </p:grpSp>
      <p:grpSp>
        <p:nvGrpSpPr>
          <p:cNvPr id="279" name="CR:VVE_Bunsen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0" name="Picture 279" descr="VVE_Bunsen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1" name="TextBox 280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Bunsen</a:t>
              </a:r>
            </a:p>
          </p:txBody>
        </p:sp>
      </p:grpSp>
      <p:sp>
        <p:nvSpPr>
          <p:cNvPr id="282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5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88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6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(6/7)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JRWDesmatosuchus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JRWDesmatosuchus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Desmatosuchus</a:t>
              </a:r>
            </a:p>
          </p:txBody>
        </p:sp>
      </p:grpSp>
      <p:grpSp>
        <p:nvGrpSpPr>
          <p:cNvPr id="11" name="CR:JRWKaprosuchus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JRWKaprosuchus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Kaprosuchus</a:t>
              </a:r>
            </a:p>
          </p:txBody>
        </p:sp>
      </p:grpSp>
      <p:grpSp>
        <p:nvGrpSpPr>
          <p:cNvPr id="15" name="CR:VVE_Mul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VVE_Mul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Mule</a:t>
              </a:r>
            </a:p>
          </p:txBody>
        </p:sp>
      </p:grpSp>
      <p:grpSp>
        <p:nvGrpSpPr>
          <p:cNvPr id="18" name="CR:JRWOrnithosuchus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9" name="Picture 18" descr="JRWOrnithosuchus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Ornithosuchus</a:t>
              </a:r>
            </a:p>
          </p:txBody>
        </p:sp>
      </p:grpSp>
      <p:grpSp>
        <p:nvGrpSpPr>
          <p:cNvPr id="22" name="CR:VVE_Wagon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3" name="Picture 22" descr="VVE_Wagon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Wagon</a:t>
              </a:r>
            </a:p>
          </p:txBody>
        </p:sp>
      </p:grpSp>
      <p:grpSp>
        <p:nvGrpSpPr>
          <p:cNvPr id="25" name="CR:KingToad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6" name="Picture 25" descr="KingToad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king toad</a:t>
              </a:r>
            </a:p>
          </p:txBody>
        </p:sp>
      </p:grpSp>
      <p:grpSp>
        <p:nvGrpSpPr>
          <p:cNvPr id="28" name="CR:JRWCoahuilaceratops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9" name="Picture 28" descr="JRWCoahuilaceratops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Coahuilaceratops</a:t>
              </a:r>
            </a:p>
          </p:txBody>
        </p:sp>
      </p:grpSp>
      <p:grpSp>
        <p:nvGrpSpPr>
          <p:cNvPr id="32" name="CR:JRWIndorapto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3" name="Picture 32" descr="JRWIndorapto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446227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Indoraptor</a:t>
              </a:r>
            </a:p>
          </p:txBody>
        </p:sp>
      </p:grpSp>
      <p:grpSp>
        <p:nvGrpSpPr>
          <p:cNvPr id="36" name="CR:JRWKentrosaurus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7" name="Picture 36" descr="JRWKentrosaurus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Kentrosaurus</a:t>
              </a:r>
            </a:p>
          </p:txBody>
        </p:sp>
      </p:grpSp>
      <p:grpSp>
        <p:nvGrpSpPr>
          <p:cNvPr id="40" name="CR:JRWKosmoceratops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1" name="Picture 40" descr="JRWKosmoceratops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Rectangle 41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Kosmoceratops</a:t>
              </a:r>
            </a:p>
          </p:txBody>
        </p:sp>
      </p:grpSp>
      <p:grpSp>
        <p:nvGrpSpPr>
          <p:cNvPr id="44" name="CR:JRWNasutoceratops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5" name="Picture 44" descr="JRWNasutoceratops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6" name="Rectangle 45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Nasutoceratops</a:t>
              </a:r>
            </a:p>
          </p:txBody>
        </p:sp>
      </p:grpSp>
      <p:grpSp>
        <p:nvGrpSpPr>
          <p:cNvPr id="48" name="CR:JRWPachyrhinosaurus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9" name="Picture 48" descr="JRWPachyrhinosaurus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50" name="Rectangle 49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Pachyrhinosaurus</a:t>
              </a:r>
            </a:p>
          </p:txBody>
        </p:sp>
      </p:grpSp>
      <p:grpSp>
        <p:nvGrpSpPr>
          <p:cNvPr id="52" name="CR:JRWTriceratops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3" name="Picture 52" descr="JRWTriceratops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Rectangle 53"/>
            <p:cNvSpPr/>
            <p:nvPr/>
          </p:nvSpPr>
          <p:spPr>
            <a:xfrm>
              <a:off x="757123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Triceratops</a:t>
              </a:r>
            </a:p>
          </p:txBody>
        </p:sp>
      </p:grpSp>
      <p:grpSp>
        <p:nvGrpSpPr>
          <p:cNvPr id="56" name="CR:JRWZalmoxes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7" name="Picture 56" descr="JRWZalmoxes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8" name="Rectangle 57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Zalmoxes</a:t>
              </a:r>
            </a:p>
          </p:txBody>
        </p:sp>
      </p:grpSp>
      <p:grpSp>
        <p:nvGrpSpPr>
          <p:cNvPr id="60" name="CR:GR_Mechathrumbo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61" name="Picture 60" descr="GR_Mechathrumbo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mechathrumbo</a:t>
              </a:r>
            </a:p>
          </p:txBody>
        </p:sp>
      </p:grpSp>
      <p:grpSp>
        <p:nvGrpSpPr>
          <p:cNvPr id="63" name="CR:GR_ArchotechCentipede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4" name="Picture 63" descr="GR_ArchotechCentipede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archocentipede</a:t>
              </a:r>
            </a:p>
          </p:txBody>
        </p:sp>
      </p:grpSp>
      <p:grpSp>
        <p:nvGrpSpPr>
          <p:cNvPr id="66" name="CR:VFEI2_Patriarch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7" name="Picture 66" descr="VFEI2_Patriarch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patriarch</a:t>
              </a:r>
            </a:p>
          </p:txBody>
        </p:sp>
      </p:grpSp>
      <p:grpSp>
        <p:nvGrpSpPr>
          <p:cNvPr id="69" name="CR:GR_Boomnotherium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70" name="Picture 69" descr="GR_Boomnotherium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1" name="Rectangle 70"/>
            <p:cNvSpPr/>
            <p:nvPr/>
          </p:nvSpPr>
          <p:spPr>
            <a:xfrm>
              <a:off x="1068019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boomnotherium</a:t>
              </a:r>
            </a:p>
          </p:txBody>
        </p:sp>
      </p:grpSp>
      <p:grpSp>
        <p:nvGrpSpPr>
          <p:cNvPr id="73" name="CR:Deinotherium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4" name="Picture 73" descr="Deinotherium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5" name="Rectangle 74"/>
            <p:cNvSpPr/>
            <p:nvPr/>
          </p:nvSpPr>
          <p:spPr>
            <a:xfrm>
              <a:off x="1130198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deinotherium</a:t>
              </a:r>
            </a:p>
          </p:txBody>
        </p:sp>
      </p:grpSp>
      <p:grpSp>
        <p:nvGrpSpPr>
          <p:cNvPr id="77" name="CR:AV_CoveredCarriage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8" name="Picture 77" descr="AV_CoveredCarriage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9" name="TextBox 78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ronto wagon</a:t>
              </a:r>
            </a:p>
          </p:txBody>
        </p:sp>
      </p:grpSp>
      <p:grpSp>
        <p:nvGrpSpPr>
          <p:cNvPr id="80" name="CR:AV_OxCart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81" name="Picture 80" descr="AV_OxCart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2" name="TextBox 81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bantha cart</a:t>
              </a:r>
            </a:p>
          </p:txBody>
        </p:sp>
      </p:grpSp>
      <p:grpSp>
        <p:nvGrpSpPr>
          <p:cNvPr id="83" name="CR:JRWBrachiosaurus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4" name="Picture 83" descr="JRWBrachiosaurus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5" name="Rectangle 84"/>
            <p:cNvSpPr/>
            <p:nvPr/>
          </p:nvSpPr>
          <p:spPr>
            <a:xfrm>
              <a:off x="135331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ssorrbantha</a:t>
              </a:r>
            </a:p>
          </p:txBody>
        </p:sp>
      </p:grpSp>
      <p:grpSp>
        <p:nvGrpSpPr>
          <p:cNvPr id="87" name="CR:VVE_Mosquito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8" name="Picture 87" descr="VVE_Mosquito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Mosquito</a:t>
              </a:r>
            </a:p>
          </p:txBody>
        </p:sp>
      </p:grpSp>
      <p:grpSp>
        <p:nvGrpSpPr>
          <p:cNvPr id="90" name="CR:CADevourer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91" name="Picture 90" descr="CADevourer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92" name="TextBox 91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Devourer</a:t>
              </a:r>
            </a:p>
          </p:txBody>
        </p:sp>
      </p:grpSp>
      <p:grpSp>
        <p:nvGrpSpPr>
          <p:cNvPr id="93" name="CR:CAEndBossMech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4" name="Picture 93" descr="CAEndBossMech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5" name="TextBox 94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Judgment</a:t>
              </a:r>
            </a:p>
          </p:txBody>
        </p:sp>
      </p:grpSp>
      <p:grpSp>
        <p:nvGrpSpPr>
          <p:cNvPr id="96" name="CR:VVE_Roadrunner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7" name="Picture 96" descr="VVE_Roadrunner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Roadrunner</a:t>
              </a:r>
            </a:p>
          </p:txBody>
        </p:sp>
      </p:grpSp>
      <p:grpSp>
        <p:nvGrpSpPr>
          <p:cNvPr id="99" name="CR:VVE_Snatcher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100" name="Picture 99" descr="VVE_Snatcher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Snatcher</a:t>
              </a:r>
            </a:p>
          </p:txBody>
        </p:sp>
      </p:grpSp>
      <p:grpSp>
        <p:nvGrpSpPr>
          <p:cNvPr id="102" name="CR:VVE_Trawler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3" name="Picture 102" descr="VVE_Trawler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Trawler</a:t>
              </a:r>
            </a:p>
          </p:txBody>
        </p:sp>
      </p:grpSp>
      <p:grpSp>
        <p:nvGrpSpPr>
          <p:cNvPr id="105" name="CR:JRWAlbertosaurus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6" name="Picture 105" descr="JRWAlbertosaurus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7" name="Rectangle 106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Albertosaurus</a:t>
              </a:r>
            </a:p>
          </p:txBody>
        </p:sp>
      </p:grpSp>
      <p:grpSp>
        <p:nvGrpSpPr>
          <p:cNvPr id="109" name="CR:JRWBaryonyx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0" name="Picture 109" descr="JRWBaryonyx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1" name="Rectangle 110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Baryonyx</a:t>
              </a:r>
            </a:p>
          </p:txBody>
        </p:sp>
      </p:grpSp>
      <p:grpSp>
        <p:nvGrpSpPr>
          <p:cNvPr id="113" name="CR:JRWBecklespinax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4" name="Picture 113" descr="JRWBecklespinax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5" name="Rectangle 114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Becklespinax</a:t>
              </a:r>
            </a:p>
          </p:txBody>
        </p:sp>
      </p:grpSp>
      <p:grpSp>
        <p:nvGrpSpPr>
          <p:cNvPr id="117" name="CR:JRWCeratosaurus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8" name="Picture 117" descr="JRWCeratosaurus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9" name="Rectangle 118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Ceratosaurus</a:t>
              </a:r>
            </a:p>
          </p:txBody>
        </p:sp>
      </p:grpSp>
      <p:grpSp>
        <p:nvGrpSpPr>
          <p:cNvPr id="121" name="CR:JRWCryolophosaurus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2" name="Picture 121" descr="JRWCryolophosauru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3" name="Rectangle 122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Cryolophosaurus</a:t>
              </a:r>
            </a:p>
          </p:txBody>
        </p:sp>
      </p:grpSp>
      <p:grpSp>
        <p:nvGrpSpPr>
          <p:cNvPr id="125" name="CR:JRWGasosaurus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6" name="Picture 125" descr="JRWGasosaurus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7" name="Rectangle 126"/>
            <p:cNvSpPr/>
            <p:nvPr/>
          </p:nvSpPr>
          <p:spPr>
            <a:xfrm>
              <a:off x="881481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Gasosaurus</a:t>
              </a:r>
            </a:p>
          </p:txBody>
        </p:sp>
      </p:grpSp>
      <p:grpSp>
        <p:nvGrpSpPr>
          <p:cNvPr id="129" name="CR:JRWNanuqsaurus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30" name="Picture 129" descr="JRWNanuqsaurus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31" name="Rectangle 130"/>
            <p:cNvSpPr/>
            <p:nvPr/>
          </p:nvSpPr>
          <p:spPr>
            <a:xfrm>
              <a:off x="943660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Nanuqsaurus</a:t>
              </a:r>
            </a:p>
          </p:txBody>
        </p:sp>
      </p:grpSp>
      <p:grpSp>
        <p:nvGrpSpPr>
          <p:cNvPr id="133" name="CR:JRWSuchomimus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4" name="Picture 133" descr="JRWSuchomimus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5" name="Rectangle 134"/>
            <p:cNvSpPr/>
            <p:nvPr/>
          </p:nvSpPr>
          <p:spPr>
            <a:xfrm>
              <a:off x="1005840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Suchomimus</a:t>
              </a:r>
            </a:p>
          </p:txBody>
        </p:sp>
      </p:grpSp>
      <p:grpSp>
        <p:nvGrpSpPr>
          <p:cNvPr id="137" name="CR:VVE_Bulldog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38" name="Picture 137" descr="VVE_Bulldog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Bulldog</a:t>
              </a:r>
            </a:p>
          </p:txBody>
        </p:sp>
      </p:grpSp>
      <p:grpSp>
        <p:nvGrpSpPr>
          <p:cNvPr id="140" name="CR:JRWEnigmosaurus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41" name="Picture 140" descr="JRWEnigmosaurus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2" name="Rectangle 141"/>
            <p:cNvSpPr/>
            <p:nvPr/>
          </p:nvSpPr>
          <p:spPr>
            <a:xfrm>
              <a:off x="1130198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Enigmosaurus</a:t>
              </a:r>
            </a:p>
          </p:txBody>
        </p:sp>
      </p:grpSp>
      <p:grpSp>
        <p:nvGrpSpPr>
          <p:cNvPr id="144" name="CR:JRWSegnosaurus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5" name="Picture 144" descr="JRWSegnosaurus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6" name="Rectangle 145"/>
            <p:cNvSpPr/>
            <p:nvPr/>
          </p:nvSpPr>
          <p:spPr>
            <a:xfrm>
              <a:off x="10972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Segnosaurus</a:t>
              </a:r>
            </a:p>
          </p:txBody>
        </p:sp>
      </p:grpSp>
      <p:grpSp>
        <p:nvGrpSpPr>
          <p:cNvPr id="148" name="CR:VVE_Tango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49" name="Picture 148" descr="VVE_Tango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Tango</a:t>
              </a:r>
            </a:p>
          </p:txBody>
        </p:sp>
      </p:grpSp>
      <p:grpSp>
        <p:nvGrpSpPr>
          <p:cNvPr id="151" name="CR:JRWTherizinosaurus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2" name="Picture 151" descr="JRWTherizinosaurus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3" name="Rectangle 152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Therizinosaurus</a:t>
              </a:r>
            </a:p>
          </p:txBody>
        </p:sp>
      </p:grpSp>
      <p:grpSp>
        <p:nvGrpSpPr>
          <p:cNvPr id="155" name="CR:JRWAnkylosaurus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6" name="Picture 155" descr="JRWAnkylosaurus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57" name="Rectangle 156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Ankylosaurus</a:t>
              </a:r>
            </a:p>
          </p:txBody>
        </p:sp>
      </p:grpSp>
      <p:grpSp>
        <p:nvGrpSpPr>
          <p:cNvPr id="159" name="CR:JRWMochlodon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60" name="Picture 159" descr="JRWMochlodon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1" name="Rectangle 160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Mochlodon</a:t>
              </a:r>
            </a:p>
          </p:txBody>
        </p:sp>
      </p:grpSp>
      <p:grpSp>
        <p:nvGrpSpPr>
          <p:cNvPr id="163" name="CR:JRWStegosaurus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4" name="Picture 163" descr="JRWStegosaurus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5" name="Rectangle 164"/>
            <p:cNvSpPr/>
            <p:nvPr/>
          </p:nvSpPr>
          <p:spPr>
            <a:xfrm>
              <a:off x="321868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Stegosaurus</a:t>
              </a:r>
            </a:p>
          </p:txBody>
        </p:sp>
      </p:grpSp>
      <p:grpSp>
        <p:nvGrpSpPr>
          <p:cNvPr id="167" name="CR:VVE_Warbird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68" name="Picture 167" descr="VVE_Warbird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69" name="TextBox 168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Warbird</a:t>
              </a:r>
            </a:p>
          </p:txBody>
        </p:sp>
      </p:grpSp>
      <p:grpSp>
        <p:nvGrpSpPr>
          <p:cNvPr id="170" name="CR:JRWCarnotaurus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1" name="Picture 170" descr="JRWCarnotaurus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2" name="Rectangle 171"/>
            <p:cNvSpPr/>
            <p:nvPr/>
          </p:nvSpPr>
          <p:spPr>
            <a:xfrm>
              <a:off x="446227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Carnotaurus</a:t>
              </a:r>
            </a:p>
          </p:txBody>
        </p:sp>
      </p:grpSp>
      <p:grpSp>
        <p:nvGrpSpPr>
          <p:cNvPr id="174" name="CR:JRWMetriacanthosaurus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5" name="Picture 174" descr="JRWMetriacanthosaurus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6" name="Rectangle 175"/>
            <p:cNvSpPr/>
            <p:nvPr/>
          </p:nvSpPr>
          <p:spPr>
            <a:xfrm>
              <a:off x="508406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Metriacanthosaurus</a:t>
              </a:r>
            </a:p>
          </p:txBody>
        </p:sp>
      </p:grpSp>
      <p:grpSp>
        <p:nvGrpSpPr>
          <p:cNvPr id="178" name="CR:JRWRajasaurus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9" name="Picture 178" descr="JRWRajasaurus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80" name="Rectangle 179"/>
            <p:cNvSpPr/>
            <p:nvPr/>
          </p:nvSpPr>
          <p:spPr>
            <a:xfrm>
              <a:off x="570585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Rajasaurus</a:t>
              </a:r>
            </a:p>
          </p:txBody>
        </p:sp>
      </p:grpSp>
      <p:grpSp>
        <p:nvGrpSpPr>
          <p:cNvPr id="182" name="CR:Purussaurus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3" name="Picture 182" descr="Purussaurus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4" name="Rectangle 183"/>
            <p:cNvSpPr/>
            <p:nvPr/>
          </p:nvSpPr>
          <p:spPr>
            <a:xfrm>
              <a:off x="632764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sskorrath</a:t>
              </a:r>
            </a:p>
          </p:txBody>
        </p:sp>
      </p:grpSp>
      <p:grpSp>
        <p:nvGrpSpPr>
          <p:cNvPr id="186" name="CR:Paraceratherium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7" name="Picture 186" descr="Paraceratherium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8" name="Rectangle 187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paraceratherium</a:t>
              </a:r>
            </a:p>
          </p:txBody>
        </p:sp>
      </p:grpSp>
      <p:grpSp>
        <p:nvGrpSpPr>
          <p:cNvPr id="190" name="CR:RSW_StormSando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91" name="Picture 190" descr="RSW_StormSando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2" name="TextBox 191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storm sando</a:t>
              </a:r>
            </a:p>
          </p:txBody>
        </p:sp>
      </p:grpSp>
      <p:grpSp>
        <p:nvGrpSpPr>
          <p:cNvPr id="193" name="CR:AV_DogSled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4" name="Picture 193" descr="AV_DogSled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5" name="TextBox 194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eopie sled</a:t>
              </a:r>
            </a:p>
          </p:txBody>
        </p:sp>
      </p:grpSp>
      <p:grpSp>
        <p:nvGrpSpPr>
          <p:cNvPr id="196" name="CR:JRWPrestosuchus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7" name="Picture 196" descr="JRWPrestosuchus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Rectangle 197"/>
            <p:cNvSpPr/>
            <p:nvPr/>
          </p:nvSpPr>
          <p:spPr>
            <a:xfrm>
              <a:off x="881481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Prestosuchus</a:t>
              </a:r>
            </a:p>
          </p:txBody>
        </p:sp>
      </p:grpSp>
      <p:grpSp>
        <p:nvGrpSpPr>
          <p:cNvPr id="200" name="CR:VVE_Wisent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1" name="Picture 200" descr="VVE_Wisent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2" name="TextBox 201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Wisent</a:t>
              </a:r>
            </a:p>
          </p:txBody>
        </p:sp>
      </p:grpSp>
      <p:grpSp>
        <p:nvGrpSpPr>
          <p:cNvPr id="203" name="CR:JRWCamptosaurus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4" name="Picture 203" descr="JRWCamptosaurus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05" name="Rectangle 204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Camptosaurus</a:t>
              </a:r>
            </a:p>
          </p:txBody>
        </p:sp>
      </p:grpSp>
      <p:grpSp>
        <p:nvGrpSpPr>
          <p:cNvPr id="207" name="CR:JRWRhabdodon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8" name="Picture 207" descr="JRWRhabdodon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09" name="Rectangle 208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Rhabdodon</a:t>
              </a:r>
            </a:p>
          </p:txBody>
        </p:sp>
      </p:grpSp>
      <p:grpSp>
        <p:nvGrpSpPr>
          <p:cNvPr id="211" name="CR:JRWTenontosaurus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2" name="Picture 211" descr="JRWTenontosaurus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3" name="Rectangle 212"/>
            <p:cNvSpPr/>
            <p:nvPr/>
          </p:nvSpPr>
          <p:spPr>
            <a:xfrm>
              <a:off x="1130198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Tenontosaurus</a:t>
              </a:r>
            </a:p>
          </p:txBody>
        </p:sp>
      </p:grpSp>
      <p:grpSp>
        <p:nvGrpSpPr>
          <p:cNvPr id="215" name="CR:VVE_Smuggler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16" name="Picture 215" descr="VVE_Smuggler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17" name="TextBox 216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Smuggler</a:t>
              </a:r>
            </a:p>
          </p:txBody>
        </p:sp>
      </p:grpSp>
      <p:grpSp>
        <p:nvGrpSpPr>
          <p:cNvPr id="218" name="CR:RSW_SandoAquaMonster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19" name="Picture 218" descr="RSW_SandoAquaMonster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20" name="TextBox 219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sando aqua monster</a:t>
              </a:r>
            </a:p>
          </p:txBody>
        </p:sp>
      </p:grpSp>
      <p:grpSp>
        <p:nvGrpSpPr>
          <p:cNvPr id="221" name="CR:JRWYutyrannus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2" name="Picture 221" descr="JRWYutyrannus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Rectangle 222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Yutyrannus</a:t>
              </a:r>
            </a:p>
          </p:txBody>
        </p:sp>
      </p:grpSp>
      <p:grpSp>
        <p:nvGrpSpPr>
          <p:cNvPr id="225" name="CR:JRWCorythosaurus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26" name="Picture 225" descr="JRWCorythosaurus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27" name="Rectangle 226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Corythosaurus</a:t>
              </a:r>
            </a:p>
          </p:txBody>
        </p:sp>
      </p:grpSp>
      <p:grpSp>
        <p:nvGrpSpPr>
          <p:cNvPr id="229" name="CR:JRWDeinosuchus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0" name="Picture 229" descr="JRWDeinosuchus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1" name="Rectangle 230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Deinosuchus</a:t>
              </a:r>
            </a:p>
          </p:txBody>
        </p:sp>
      </p:grpSp>
      <p:grpSp>
        <p:nvGrpSpPr>
          <p:cNvPr id="233" name="CR:JRWEdmontosaurus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34" name="Picture 233" descr="JRWEdmontosaurus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35" name="Rectangle 234"/>
            <p:cNvSpPr/>
            <p:nvPr/>
          </p:nvSpPr>
          <p:spPr>
            <a:xfrm>
              <a:off x="321868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Edmontosaurus</a:t>
              </a:r>
            </a:p>
          </p:txBody>
        </p:sp>
      </p:grpSp>
      <p:grpSp>
        <p:nvGrpSpPr>
          <p:cNvPr id="237" name="CR:JRWParasaurolophus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38" name="Picture 237" descr="JRWParasaurolophus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39" name="Rectangle 238"/>
            <p:cNvSpPr/>
            <p:nvPr/>
          </p:nvSpPr>
          <p:spPr>
            <a:xfrm>
              <a:off x="384048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Parasaurolophus</a:t>
              </a:r>
            </a:p>
          </p:txBody>
        </p:sp>
      </p:grpSp>
      <p:grpSp>
        <p:nvGrpSpPr>
          <p:cNvPr id="241" name="CR:JRWSarcosuchus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2" name="Picture 241" descr="JRWSarcosuchus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3" name="Rectangle 242"/>
            <p:cNvSpPr/>
            <p:nvPr/>
          </p:nvSpPr>
          <p:spPr>
            <a:xfrm>
              <a:off x="446227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Sarcosuchus</a:t>
              </a:r>
            </a:p>
          </p:txBody>
        </p:sp>
      </p:grpSp>
      <p:grpSp>
        <p:nvGrpSpPr>
          <p:cNvPr id="245" name="CR:JRWAcrocanthosaurus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6" name="Picture 245" descr="JRWAcrocanthosaurus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47" name="Rectangle 246"/>
            <p:cNvSpPr/>
            <p:nvPr/>
          </p:nvSpPr>
          <p:spPr>
            <a:xfrm>
              <a:off x="508406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Acrocanthosaurus</a:t>
              </a:r>
            </a:p>
          </p:txBody>
        </p:sp>
      </p:grpSp>
      <p:grpSp>
        <p:nvGrpSpPr>
          <p:cNvPr id="249" name="CR:JRWAllosaurus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50" name="Picture 249" descr="JRWAllosaurus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51" name="Rectangle 250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Allosaurus</a:t>
              </a:r>
            </a:p>
          </p:txBody>
        </p:sp>
      </p:grpSp>
      <p:grpSp>
        <p:nvGrpSpPr>
          <p:cNvPr id="253" name="CR:JRWCarcharodontosaurus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4" name="Picture 253" descr="JRWCarcharodontosaurus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5" name="Rectangle 254"/>
            <p:cNvSpPr/>
            <p:nvPr/>
          </p:nvSpPr>
          <p:spPr>
            <a:xfrm>
              <a:off x="632764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Carcharodontosaurus</a:t>
              </a:r>
            </a:p>
          </p:txBody>
        </p:sp>
      </p:grpSp>
      <p:grpSp>
        <p:nvGrpSpPr>
          <p:cNvPr id="257" name="CR:JRWYangchuanosaurus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58" name="Picture 257" descr="JRWYangchuanosaurus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59" name="Rectangle 258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Yangchuanosaurus</a:t>
              </a:r>
            </a:p>
          </p:txBody>
        </p:sp>
      </p:grpSp>
      <p:grpSp>
        <p:nvGrpSpPr>
          <p:cNvPr id="261" name="CR:RSW_ElderSando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62" name="Picture 261" descr="RSW_ElderSando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3" name="TextBox 262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elder sando</a:t>
              </a:r>
            </a:p>
          </p:txBody>
        </p:sp>
      </p:grpSp>
      <p:grpSp>
        <p:nvGrpSpPr>
          <p:cNvPr id="264" name="CR:JRWSaltasaurus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5" name="Picture 264" descr="JRWSaltasaurus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6" name="Rectangle 265"/>
            <p:cNvSpPr/>
            <p:nvPr/>
          </p:nvSpPr>
          <p:spPr>
            <a:xfrm>
              <a:off x="819302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Saltasaurus</a:t>
              </a:r>
            </a:p>
          </p:txBody>
        </p:sp>
      </p:grpSp>
      <p:grpSp>
        <p:nvGrpSpPr>
          <p:cNvPr id="268" name="CR:JRWIndominus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9" name="Picture 268" descr="JRWIndominus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70" name="Rectangle 269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Indominus rex</a:t>
              </a:r>
            </a:p>
          </p:txBody>
        </p:sp>
      </p:grpSp>
      <p:grpSp>
        <p:nvGrpSpPr>
          <p:cNvPr id="272" name="CR:JRWApatosaurus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3" name="Picture 272" descr="JRWApatosaurus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4" name="Rectangle 273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Apatosaurus</a:t>
              </a:r>
            </a:p>
          </p:txBody>
        </p:sp>
      </p:grpSp>
      <p:grpSp>
        <p:nvGrpSpPr>
          <p:cNvPr id="276" name="CR:JRWArgentinosaurus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7" name="Picture 276" descr="JRWArgentinosaurus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8" name="Rectangle 277"/>
            <p:cNvSpPr/>
            <p:nvPr/>
          </p:nvSpPr>
          <p:spPr>
            <a:xfrm>
              <a:off x="1005840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Argentinosaurus</a:t>
              </a:r>
            </a:p>
          </p:txBody>
        </p:sp>
      </p:grpSp>
      <p:grpSp>
        <p:nvGrpSpPr>
          <p:cNvPr id="280" name="CR:JRWCamarasaurus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81" name="Picture 280" descr="JRWCamarasaurus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82" name="Rectangle 281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Camarasaurus</a:t>
              </a:r>
            </a:p>
          </p:txBody>
        </p:sp>
      </p:grpSp>
      <p:grpSp>
        <p:nvGrpSpPr>
          <p:cNvPr id="284" name="CR:JRWGiganotosaurus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5" name="Picture 284" descr="JRWGiganotosaurus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6" name="Rectangle 285"/>
            <p:cNvSpPr/>
            <p:nvPr/>
          </p:nvSpPr>
          <p:spPr>
            <a:xfrm>
              <a:off x="1130198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Giganotosaurus</a:t>
              </a:r>
            </a:p>
          </p:txBody>
        </p:sp>
      </p:grpSp>
      <p:sp>
        <p:nvSpPr>
          <p:cNvPr id="288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91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94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7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(7/7)</a:t>
            </a:r>
            <a:r>
              <a:rPr sz="1000">
                <a:solidFill>
                  <a:srgbClr val="A89A80"/>
                </a:solidFill>
              </a:rPr>
              <a:t>     7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 here)</a:t>
            </a:r>
          </a:p>
        </p:txBody>
      </p:sp>
      <p:grpSp>
        <p:nvGrpSpPr>
          <p:cNvPr id="7" name="CR:JRWSupersaurus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JRWSupersaurus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Supersaurus</a:t>
              </a:r>
            </a:p>
          </p:txBody>
        </p:sp>
      </p:grpSp>
      <p:grpSp>
        <p:nvGrpSpPr>
          <p:cNvPr id="11" name="CR:JRWTyrannosaurus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JRWTyrannosaurus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Tyrannosaurus rex</a:t>
              </a:r>
            </a:p>
          </p:txBody>
        </p:sp>
      </p:grpSp>
      <p:grpSp>
        <p:nvGrpSpPr>
          <p:cNvPr id="15" name="CR:BroodLord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Bulwark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brood lord</a:t>
              </a:r>
            </a:p>
          </p:txBody>
        </p:sp>
      </p:grpSp>
      <p:grpSp>
        <p:nvGrpSpPr>
          <p:cNvPr id="18" name="CR:RSW_Reefback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9" name="Picture 18" descr="RSW_Reefback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reefback</a:t>
              </a:r>
            </a:p>
          </p:txBody>
        </p:sp>
      </p:grpSp>
      <p:grpSp>
        <p:nvGrpSpPr>
          <p:cNvPr id="21" name="CR:JRWSpinosaurus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2" name="Picture 21" descr="JRWSpinosaurus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259689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Spinosaurus</a:t>
              </a:r>
            </a:p>
          </p:txBody>
        </p:sp>
      </p:grpSp>
      <p:grpSp>
        <p:nvGrpSpPr>
          <p:cNvPr id="25" name="CR:RSW_Starmaw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6" name="Picture 25" descr="RSW_Starmaw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starmaw</a:t>
              </a:r>
            </a:p>
          </p:txBody>
        </p:sp>
      </p:grpSp>
      <p:grpSp>
        <p:nvGrpSpPr>
          <p:cNvPr id="28" name="CR:RSW_Lanternwhale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9" name="Picture 28" descr="RSW_Lanternwhale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lanternwhale</a:t>
              </a:r>
            </a:p>
          </p:txBody>
        </p:sp>
      </p:grpSp>
      <p:sp>
        <p:nvSpPr>
          <p:cNvPr id="3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3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7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arid shrublan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arid shrubland</a:t>
            </a:r>
            <a:r>
              <a:rPr sz="1000">
                <a:solidFill>
                  <a:srgbClr val="A89A80"/>
                </a:solidFill>
              </a:rPr>
              <a:t>     47 creatures on this page of 47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2432304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(43 here)</a:t>
            </a:r>
          </a:p>
        </p:txBody>
      </p:sp>
      <p:grpSp>
        <p:nvGrpSpPr>
          <p:cNvPr id="7" name="CR:AA_Aeroflee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Aeroflee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aerofleet</a:t>
              </a:r>
            </a:p>
          </p:txBody>
        </p:sp>
      </p:grpSp>
      <p:grpSp>
        <p:nvGrpSpPr>
          <p:cNvPr id="10" name="CR:BMT_ImperialToad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ImperialToa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imperial toad</a:t>
              </a:r>
            </a:p>
          </p:txBody>
        </p:sp>
      </p:grpSp>
      <p:grpSp>
        <p:nvGrpSpPr>
          <p:cNvPr id="13" name="CR:Lothc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Lothc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loth-cat</a:t>
              </a:r>
            </a:p>
          </p:txBody>
        </p:sp>
      </p:grpSp>
      <p:grpSp>
        <p:nvGrpSpPr>
          <p:cNvPr id="16" name="CR:BMT_MossBeetl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MossBeetl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 beetle</a:t>
              </a:r>
            </a:p>
          </p:txBody>
        </p:sp>
      </p:grpSp>
      <p:grpSp>
        <p:nvGrpSpPr>
          <p:cNvPr id="19" name="CR:BMT_FungalFerre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FungalFerre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fungal ferret</a:t>
              </a:r>
            </a:p>
          </p:txBody>
        </p:sp>
      </p:grpSp>
      <p:grpSp>
        <p:nvGrpSpPr>
          <p:cNvPr id="22" name="CR:Igitz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Igitz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igitz</a:t>
              </a:r>
            </a:p>
          </p:txBody>
        </p:sp>
      </p:grpSp>
      <p:grpSp>
        <p:nvGrpSpPr>
          <p:cNvPr id="25" name="CR:Sketto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Sketto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sketto</a:t>
              </a:r>
            </a:p>
          </p:txBody>
        </p:sp>
      </p:grpSp>
      <p:grpSp>
        <p:nvGrpSpPr>
          <p:cNvPr id="28" name="CR:Gorg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org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gorg</a:t>
              </a:r>
            </a:p>
          </p:txBody>
        </p:sp>
      </p:grpSp>
      <p:grpSp>
        <p:nvGrpSpPr>
          <p:cNvPr id="31" name="CR:FrilledGorg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FrilledGorg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frilled gorg</a:t>
              </a:r>
            </a:p>
          </p:txBody>
        </p:sp>
      </p:grpSp>
      <p:grpSp>
        <p:nvGrpSpPr>
          <p:cNvPr id="34" name="CR:Pufferpig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Pufferpig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Pufferpig</a:t>
              </a:r>
            </a:p>
          </p:txBody>
        </p:sp>
      </p:grpSp>
      <p:grpSp>
        <p:nvGrpSpPr>
          <p:cNvPr id="37" name="CR:BMT_TruffleMol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BMT_TruffleMol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truffle mole</a:t>
              </a:r>
            </a:p>
          </p:txBody>
        </p:sp>
      </p:grpSp>
      <p:grpSp>
        <p:nvGrpSpPr>
          <p:cNvPr id="40" name="CR:DA_Karabal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DA_Karabal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karabal</a:t>
              </a:r>
            </a:p>
          </p:txBody>
        </p:sp>
      </p:grpSp>
      <p:grpSp>
        <p:nvGrpSpPr>
          <p:cNvPr id="43" name="CR:JRWProtovermes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JRWProtovermes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Protovermes</a:t>
              </a:r>
            </a:p>
          </p:txBody>
        </p:sp>
      </p:grpSp>
      <p:grpSp>
        <p:nvGrpSpPr>
          <p:cNvPr id="46" name="CR:LongtailGorg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LongtailGorg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longtail gorg</a:t>
              </a:r>
            </a:p>
          </p:txBody>
        </p:sp>
      </p:grpSp>
      <p:grpSp>
        <p:nvGrpSpPr>
          <p:cNvPr id="49" name="CR:BMT_FungalWeevil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BMT_FungalWeevil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fungal weevil</a:t>
              </a:r>
            </a:p>
          </p:txBody>
        </p:sp>
      </p:grpSp>
      <p:grpSp>
        <p:nvGrpSpPr>
          <p:cNvPr id="52" name="CR:Terrorworm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Terrorworm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terrorworm</a:t>
              </a:r>
            </a:p>
          </p:txBody>
        </p:sp>
      </p:grpSp>
      <p:grpSp>
        <p:nvGrpSpPr>
          <p:cNvPr id="55" name="CR:Urusai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Urusai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urusai</a:t>
              </a:r>
            </a:p>
          </p:txBody>
        </p:sp>
      </p:grpSp>
      <p:grpSp>
        <p:nvGrpSpPr>
          <p:cNvPr id="58" name="CR:Massiff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Massiff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massiff</a:t>
              </a:r>
            </a:p>
          </p:txBody>
        </p:sp>
      </p:grpSp>
      <p:grpSp>
        <p:nvGrpSpPr>
          <p:cNvPr id="61" name="CR:AA_Wildpawn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AA_Wildpawn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wildpawn</a:t>
              </a:r>
            </a:p>
          </p:txBody>
        </p:sp>
      </p:grpSp>
      <p:grpSp>
        <p:nvGrpSpPr>
          <p:cNvPr id="64" name="CR:JRWCaihong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JRWCaihong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Caihong</a:t>
              </a:r>
            </a:p>
          </p:txBody>
        </p:sp>
      </p:grpSp>
      <p:grpSp>
        <p:nvGrpSpPr>
          <p:cNvPr id="67" name="CR:JRWDiplocaulus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JRWDiplocaulus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Diplocaulus</a:t>
              </a:r>
            </a:p>
          </p:txBody>
        </p:sp>
      </p:grpSp>
      <p:grpSp>
        <p:nvGrpSpPr>
          <p:cNvPr id="70" name="CR:JRWMeganeura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JRWMeganeura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Meganeura</a:t>
              </a:r>
            </a:p>
          </p:txBody>
        </p:sp>
      </p:grpSp>
      <p:grpSp>
        <p:nvGrpSpPr>
          <p:cNvPr id="73" name="CR:JRWQantassaurus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JRWQantassaurus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Qantassaurus</a:t>
              </a:r>
            </a:p>
          </p:txBody>
        </p:sp>
      </p:grpSp>
      <p:grpSp>
        <p:nvGrpSpPr>
          <p:cNvPr id="76" name="CR:PaintedSpat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77" name="Picture 76" descr="PaintedSpat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painted spat</a:t>
              </a:r>
            </a:p>
          </p:txBody>
        </p:sp>
      </p:grpSp>
      <p:grpSp>
        <p:nvGrpSpPr>
          <p:cNvPr id="79" name="CR:AA_Barbslinger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80" name="Picture 79" descr="AA_Barbslinger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barbslinger</a:t>
              </a:r>
            </a:p>
          </p:txBody>
        </p:sp>
      </p:grpSp>
      <p:grpSp>
        <p:nvGrpSpPr>
          <p:cNvPr id="82" name="CR:Eopie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83" name="Picture 82" descr="Eopie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eopie</a:t>
              </a:r>
            </a:p>
          </p:txBody>
        </p:sp>
      </p:grpSp>
      <p:grpSp>
        <p:nvGrpSpPr>
          <p:cNvPr id="85" name="CR:DA_Pilgrim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86" name="Picture 85" descr="DA_Pilgrim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pilgrim</a:t>
              </a:r>
            </a:p>
          </p:txBody>
        </p:sp>
      </p:grpSp>
      <p:grpSp>
        <p:nvGrpSpPr>
          <p:cNvPr id="88" name="CR:AA_SandLion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89" name="Picture 88" descr="AA_SandLion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 lion</a:t>
              </a:r>
            </a:p>
          </p:txBody>
        </p:sp>
      </p:grpSp>
      <p:grpSp>
        <p:nvGrpSpPr>
          <p:cNvPr id="91" name="CR:Orray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92" name="Picture 91" descr="Orray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orray</a:t>
              </a:r>
            </a:p>
          </p:txBody>
        </p:sp>
      </p:grpSp>
      <p:grpSp>
        <p:nvGrpSpPr>
          <p:cNvPr id="94" name="CR:Dactillion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95" name="Picture 94" descr="Dactillion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dactillion</a:t>
              </a:r>
            </a:p>
          </p:txBody>
        </p:sp>
      </p:grpSp>
      <p:grpSp>
        <p:nvGrpSpPr>
          <p:cNvPr id="97" name="CR:Jamel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98" name="Picture 97" descr="Jamel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99" name="TextBox 98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Jamel</a:t>
              </a:r>
            </a:p>
          </p:txBody>
        </p:sp>
      </p:grpSp>
      <p:grpSp>
        <p:nvGrpSpPr>
          <p:cNvPr id="100" name="CR:Jerbal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01" name="Picture 100" descr="Jerbal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jerbal</a:t>
              </a:r>
            </a:p>
          </p:txBody>
        </p:sp>
      </p:grpSp>
      <p:grpSp>
        <p:nvGrpSpPr>
          <p:cNvPr id="103" name="CR:JRWBagaceratops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04" name="Picture 103" descr="JRWBagaceratop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05" name="TextBox 104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Bagaceratops</a:t>
              </a:r>
            </a:p>
          </p:txBody>
        </p:sp>
      </p:grpSp>
      <p:grpSp>
        <p:nvGrpSpPr>
          <p:cNvPr id="106" name="CR:VAEWaste_Megatardi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07" name="Picture 106" descr="VAEWaste_Megatardi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08" name="TextBox 107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megatardi</a:t>
              </a:r>
            </a:p>
          </p:txBody>
        </p:sp>
      </p:grpSp>
      <p:grpSp>
        <p:nvGrpSpPr>
          <p:cNvPr id="109" name="CR:IridonianReek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10" name="Picture 109" descr="IridonianReek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11" name="TextBox 110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iridonian reek</a:t>
              </a:r>
            </a:p>
          </p:txBody>
        </p:sp>
      </p:grpSp>
      <p:grpSp>
        <p:nvGrpSpPr>
          <p:cNvPr id="112" name="CR:GR_AberrantFleshbeast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13" name="Picture 112" descr="GR_AberrantFleshbeast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aberrant fleshbeast</a:t>
              </a:r>
            </a:p>
          </p:txBody>
        </p:sp>
      </p:grpSp>
      <p:grpSp>
        <p:nvGrpSpPr>
          <p:cNvPr id="115" name="CR:MA_Hellboar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16" name="Picture 115" descr="MA_Hellboar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17" name="TextBox 116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Hellboar</a:t>
              </a:r>
            </a:p>
          </p:txBody>
        </p:sp>
      </p:grpSp>
      <p:grpSp>
        <p:nvGrpSpPr>
          <p:cNvPr id="118" name="CR:Mawvorr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19" name="Picture 118" descr="Mawvorr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20" name="TextBox 119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mawvorr</a:t>
              </a:r>
            </a:p>
          </p:txBody>
        </p:sp>
      </p:grpSp>
      <p:grpSp>
        <p:nvGrpSpPr>
          <p:cNvPr id="121" name="CR:Uvak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22" name="Picture 121" descr="Uvak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23" name="TextBox 122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uvak</a:t>
              </a:r>
            </a:p>
          </p:txBody>
        </p:sp>
      </p:grpSp>
      <p:grpSp>
        <p:nvGrpSpPr>
          <p:cNvPr id="124" name="CR:GR_Lizardochs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25" name="Picture 124" descr="GR_Lizardochs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26" name="TextBox 125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lizardochs</a:t>
              </a:r>
            </a:p>
          </p:txBody>
        </p:sp>
      </p:grpSp>
      <p:grpSp>
        <p:nvGrpSpPr>
          <p:cNvPr id="127" name="CR:Zeer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28" name="Picture 127" descr="Zeer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29" name="TextBox 128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zeer</a:t>
              </a:r>
            </a:p>
          </p:txBody>
        </p:sp>
      </p:grpSp>
      <p:grpSp>
        <p:nvGrpSpPr>
          <p:cNvPr id="130" name="CR:MA_Sivatherium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31" name="Picture 130" descr="MA_Sivatherium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sivatherium</a:t>
              </a:r>
            </a:p>
          </p:txBody>
        </p:sp>
      </p:grpSp>
      <p:grpSp>
        <p:nvGrpSpPr>
          <p:cNvPr id="133" name="CR:JRWBaseopsis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34" name="Picture 133" descr="JRWBaseopsis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Baseopsis</a:t>
              </a:r>
            </a:p>
          </p:txBody>
        </p:sp>
      </p:grpSp>
      <p:sp>
        <p:nvSpPr>
          <p:cNvPr id="136" name="BAND:regen"/>
          <p:cNvSpPr/>
          <p:nvPr/>
        </p:nvSpPr>
        <p:spPr>
          <a:xfrm>
            <a:off x="73152" y="2944368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3152" y="2944368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8016" y="294436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(4 here)</a:t>
            </a:r>
          </a:p>
        </p:txBody>
      </p:sp>
      <p:grpSp>
        <p:nvGrpSpPr>
          <p:cNvPr id="139" name="CR:Megavole"/>
          <p:cNvGrpSpPr/>
          <p:nvPr/>
        </p:nvGrpSpPr>
        <p:grpSpPr>
          <a:xfrm>
            <a:off x="73152" y="3127248"/>
            <a:ext cx="621792" cy="704088"/>
            <a:chOff x="73152" y="3127248"/>
            <a:chExt cx="621792" cy="704088"/>
          </a:xfrm>
        </p:grpSpPr>
        <p:pic>
          <p:nvPicPr>
            <p:cNvPr id="140" name="Picture 139" descr="Megavole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09728" y="3127248"/>
              <a:ext cx="548640" cy="54864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3152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megavole</a:t>
              </a:r>
            </a:p>
          </p:txBody>
        </p:sp>
      </p:grpSp>
      <p:grpSp>
        <p:nvGrpSpPr>
          <p:cNvPr id="142" name="CR:Mudhorn"/>
          <p:cNvGrpSpPr/>
          <p:nvPr/>
        </p:nvGrpSpPr>
        <p:grpSpPr>
          <a:xfrm>
            <a:off x="694944" y="3127248"/>
            <a:ext cx="621792" cy="704088"/>
            <a:chOff x="694944" y="3127248"/>
            <a:chExt cx="621792" cy="704088"/>
          </a:xfrm>
        </p:grpSpPr>
        <p:pic>
          <p:nvPicPr>
            <p:cNvPr id="143" name="Picture 142" descr="Mudhorn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31520" y="3127248"/>
              <a:ext cx="548640" cy="54864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694944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mudhorn</a:t>
              </a:r>
            </a:p>
          </p:txBody>
        </p:sp>
      </p:grpSp>
      <p:grpSp>
        <p:nvGrpSpPr>
          <p:cNvPr id="145" name="CR:Ronto"/>
          <p:cNvGrpSpPr/>
          <p:nvPr/>
        </p:nvGrpSpPr>
        <p:grpSpPr>
          <a:xfrm>
            <a:off x="1316736" y="3127248"/>
            <a:ext cx="621792" cy="704088"/>
            <a:chOff x="1316736" y="3127248"/>
            <a:chExt cx="621792" cy="704088"/>
          </a:xfrm>
        </p:grpSpPr>
        <p:pic>
          <p:nvPicPr>
            <p:cNvPr id="146" name="Picture 145" descr="Ronto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353312" y="3127248"/>
              <a:ext cx="548640" cy="548640"/>
            </a:xfrm>
            <a:prstGeom prst="rect">
              <a:avLst/>
            </a:prstGeom>
          </p:spPr>
        </p:pic>
        <p:sp>
          <p:nvSpPr>
            <p:cNvPr id="147" name="TextBox 146"/>
            <p:cNvSpPr txBox="1"/>
            <p:nvPr/>
          </p:nvSpPr>
          <p:spPr>
            <a:xfrm>
              <a:off x="1316736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ronto</a:t>
              </a:r>
            </a:p>
          </p:txBody>
        </p:sp>
      </p:grpSp>
      <p:grpSp>
        <p:nvGrpSpPr>
          <p:cNvPr id="148" name="CR:Brezak"/>
          <p:cNvGrpSpPr/>
          <p:nvPr/>
        </p:nvGrpSpPr>
        <p:grpSpPr>
          <a:xfrm>
            <a:off x="1938528" y="3127248"/>
            <a:ext cx="621792" cy="704088"/>
            <a:chOff x="1938528" y="3127248"/>
            <a:chExt cx="621792" cy="704088"/>
          </a:xfrm>
        </p:grpSpPr>
        <p:pic>
          <p:nvPicPr>
            <p:cNvPr id="149" name="Picture 148" descr="Brezak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975104" y="3127248"/>
              <a:ext cx="548640" cy="548640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1938528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brezak</a:t>
              </a:r>
            </a:p>
          </p:txBody>
        </p:sp>
      </p:grpSp>
      <p:sp>
        <p:nvSpPr>
          <p:cNvPr id="151" name="BAND:rescale"/>
          <p:cNvSpPr/>
          <p:nvPr/>
        </p:nvSpPr>
        <p:spPr>
          <a:xfrm>
            <a:off x="73152" y="3913632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3152" y="3913632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8016" y="391363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54" name="BAND:cut"/>
          <p:cNvSpPr/>
          <p:nvPr/>
        </p:nvSpPr>
        <p:spPr>
          <a:xfrm>
            <a:off x="73152" y="4882896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152" y="4882896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8016" y="488289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ropical rain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tropical rainforest</a:t>
            </a:r>
            <a:r>
              <a:rPr sz="1000">
                <a:solidFill>
                  <a:srgbClr val="A89A80"/>
                </a:solidFill>
              </a:rPr>
              <a:t>     39 creatures on this page of 39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(32 here)</a:t>
            </a:r>
          </a:p>
        </p:txBody>
      </p:sp>
      <p:grpSp>
        <p:nvGrpSpPr>
          <p:cNvPr id="7" name="CR:KowakianMonkeyLizar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KowakianMonkeyLizar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kowakian monkey-lizard</a:t>
              </a:r>
            </a:p>
          </p:txBody>
        </p:sp>
      </p:grpSp>
      <p:grpSp>
        <p:nvGrpSpPr>
          <p:cNvPr id="10" name="CR:Tach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Tach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tach</a:t>
              </a:r>
            </a:p>
          </p:txBody>
        </p:sp>
      </p:grpSp>
      <p:grpSp>
        <p:nvGrpSpPr>
          <p:cNvPr id="13" name="CR:Woolamander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Woolamande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woolamander</a:t>
              </a:r>
            </a:p>
          </p:txBody>
        </p:sp>
      </p:grpSp>
      <p:grpSp>
        <p:nvGrpSpPr>
          <p:cNvPr id="16" name="CR:Borcatu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orcatu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Borcatu</a:t>
              </a:r>
            </a:p>
          </p:txBody>
        </p:sp>
      </p:grpSp>
      <p:grpSp>
        <p:nvGrpSpPr>
          <p:cNvPr id="19" name="CR:Iriaz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Iriaz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iriaz</a:t>
              </a:r>
            </a:p>
          </p:txBody>
        </p:sp>
      </p:grpSp>
      <p:grpSp>
        <p:nvGrpSpPr>
          <p:cNvPr id="22" name="CR:Monkey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Monkey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monkey</a:t>
              </a:r>
            </a:p>
          </p:txBody>
        </p:sp>
      </p:grpSp>
      <p:grpSp>
        <p:nvGrpSpPr>
          <p:cNvPr id="25" name="CR:Stintaril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Stintaril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stintaril</a:t>
              </a:r>
            </a:p>
          </p:txBody>
        </p:sp>
      </p:grpSp>
      <p:grpSp>
        <p:nvGrpSpPr>
          <p:cNvPr id="28" name="CR:CanCell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CanCell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can-cell</a:t>
              </a:r>
            </a:p>
          </p:txBody>
        </p:sp>
      </p:grpSp>
      <p:grpSp>
        <p:nvGrpSpPr>
          <p:cNvPr id="31" name="CR:Whisperbird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Whisperbird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whisperbird</a:t>
              </a:r>
            </a:p>
          </p:txBody>
        </p:sp>
      </p:grpSp>
      <p:grpSp>
        <p:nvGrpSpPr>
          <p:cNvPr id="34" name="CR:Cannok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Cannok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cannok</a:t>
              </a:r>
            </a:p>
          </p:txBody>
        </p:sp>
      </p:grpSp>
      <p:grpSp>
        <p:nvGrpSpPr>
          <p:cNvPr id="37" name="CR:Insectomorph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Insectomorph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insectomorph</a:t>
              </a:r>
            </a:p>
          </p:txBody>
        </p:sp>
      </p:grpSp>
      <p:grpSp>
        <p:nvGrpSpPr>
          <p:cNvPr id="40" name="CR:Panth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Panth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panther</a:t>
              </a:r>
            </a:p>
          </p:txBody>
        </p:sp>
      </p:grpSp>
      <p:grpSp>
        <p:nvGrpSpPr>
          <p:cNvPr id="43" name="CR:Kinrath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Kinrath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kinrath</a:t>
              </a:r>
            </a:p>
          </p:txBody>
        </p:sp>
      </p:grpSp>
      <p:grpSp>
        <p:nvGrpSpPr>
          <p:cNvPr id="46" name="CR:Giantala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iantala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giantala</a:t>
              </a:r>
            </a:p>
          </p:txBody>
        </p:sp>
      </p:grpSp>
      <p:grpSp>
        <p:nvGrpSpPr>
          <p:cNvPr id="49" name="CR:Acklay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Acklay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acklay</a:t>
              </a:r>
            </a:p>
          </p:txBody>
        </p:sp>
      </p:grpSp>
      <p:grpSp>
        <p:nvGrpSpPr>
          <p:cNvPr id="52" name="CR:JRWBernicia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JRWBernicia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Bernicia</a:t>
              </a:r>
            </a:p>
          </p:txBody>
        </p:sp>
      </p:grpSp>
      <p:grpSp>
        <p:nvGrpSpPr>
          <p:cNvPr id="55" name="CR:Gutkurr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Gutkurr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gutkurr</a:t>
              </a:r>
            </a:p>
          </p:txBody>
        </p:sp>
      </p:grpSp>
      <p:grpSp>
        <p:nvGrpSpPr>
          <p:cNvPr id="58" name="CR:MastiffPhalone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MastiffPhalone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mastiff phalone</a:t>
              </a:r>
            </a:p>
          </p:txBody>
        </p:sp>
      </p:grpSp>
      <p:grpSp>
        <p:nvGrpSpPr>
          <p:cNvPr id="61" name="CR:Vornskyr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Vornskyr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vornskyr</a:t>
              </a:r>
            </a:p>
          </p:txBody>
        </p:sp>
      </p:grpSp>
      <p:grpSp>
        <p:nvGrpSpPr>
          <p:cNvPr id="64" name="CR:Devourer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Devourer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devourer</a:t>
              </a:r>
            </a:p>
          </p:txBody>
        </p:sp>
      </p:grpSp>
      <p:grpSp>
        <p:nvGrpSpPr>
          <p:cNvPr id="67" name="CR:Kwi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Kwi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Kwi</a:t>
              </a:r>
            </a:p>
          </p:txBody>
        </p:sp>
      </p:grpSp>
      <p:grpSp>
        <p:nvGrpSpPr>
          <p:cNvPr id="70" name="CR:Wyyyschokk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Wyyyschokk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wyyyschokk</a:t>
              </a:r>
            </a:p>
          </p:txBody>
        </p:sp>
      </p:grpSp>
      <p:grpSp>
        <p:nvGrpSpPr>
          <p:cNvPr id="73" name="CR:Arthropleura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Arthropleura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arthropleura</a:t>
              </a:r>
            </a:p>
          </p:txBody>
        </p:sp>
      </p:grpSp>
      <p:grpSp>
        <p:nvGrpSpPr>
          <p:cNvPr id="76" name="CR:Titanis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77" name="Picture 76" descr="Titanis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titanis</a:t>
              </a:r>
            </a:p>
          </p:txBody>
        </p:sp>
      </p:grpSp>
      <p:grpSp>
        <p:nvGrpSpPr>
          <p:cNvPr id="79" name="CR:IthorianReek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80" name="Picture 79" descr="IthorianReek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ithorian reek</a:t>
              </a:r>
            </a:p>
          </p:txBody>
        </p:sp>
      </p:grpSp>
      <p:grpSp>
        <p:nvGrpSpPr>
          <p:cNvPr id="82" name="CR:Vapaad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83" name="Picture 82" descr="Vapaad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vapaad</a:t>
              </a:r>
            </a:p>
          </p:txBody>
        </p:sp>
      </p:grpSp>
      <p:grpSp>
        <p:nvGrpSpPr>
          <p:cNvPr id="85" name="CR:JRWManipulator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86" name="Picture 85" descr="JRWManipulator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Manipulator</a:t>
              </a:r>
            </a:p>
          </p:txBody>
        </p:sp>
      </p:grpSp>
      <p:grpSp>
        <p:nvGrpSpPr>
          <p:cNvPr id="88" name="CR:Gelagrub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89" name="Picture 88" descr="Gelagrub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gelagrub</a:t>
              </a:r>
            </a:p>
          </p:txBody>
        </p:sp>
      </p:grpSp>
      <p:grpSp>
        <p:nvGrpSpPr>
          <p:cNvPr id="91" name="CR:Varactyl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92" name="Picture 91" descr="Varactyl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varactyl</a:t>
              </a:r>
            </a:p>
          </p:txBody>
        </p:sp>
      </p:grpSp>
      <p:grpSp>
        <p:nvGrpSpPr>
          <p:cNvPr id="94" name="CR:Corinathoth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95" name="Picture 94" descr="Corinathoth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corinathoth</a:t>
              </a:r>
            </a:p>
          </p:txBody>
        </p:sp>
      </p:grpSp>
      <p:grpSp>
        <p:nvGrpSpPr>
          <p:cNvPr id="97" name="CR:Katarn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98" name="Picture 97" descr="Katarn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99" name="TextBox 98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katarn</a:t>
              </a:r>
            </a:p>
          </p:txBody>
        </p:sp>
      </p:grpSp>
      <p:grpSp>
        <p:nvGrpSpPr>
          <p:cNvPr id="100" name="CR:HarvesterBeetle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01" name="Picture 100" descr="HarvesterBeetle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harvester beetle</a:t>
              </a:r>
            </a:p>
          </p:txBody>
        </p:sp>
      </p:grpSp>
      <p:sp>
        <p:nvSpPr>
          <p:cNvPr id="103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(6 here)</a:t>
            </a:r>
          </a:p>
        </p:txBody>
      </p:sp>
      <p:grpSp>
        <p:nvGrpSpPr>
          <p:cNvPr id="106" name="CR:Zarander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107" name="Picture 106" descr="Zarander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108" name="TextBox 107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zarander</a:t>
              </a:r>
            </a:p>
          </p:txBody>
        </p:sp>
      </p:grpSp>
      <p:grpSp>
        <p:nvGrpSpPr>
          <p:cNvPr id="109" name="CR:Yippa"/>
          <p:cNvGrpSpPr/>
          <p:nvPr/>
        </p:nvGrpSpPr>
        <p:grpSpPr>
          <a:xfrm>
            <a:off x="694944" y="2377440"/>
            <a:ext cx="621792" cy="704088"/>
            <a:chOff x="694944" y="2377440"/>
            <a:chExt cx="621792" cy="704088"/>
          </a:xfrm>
        </p:grpSpPr>
        <p:pic>
          <p:nvPicPr>
            <p:cNvPr id="110" name="Picture 109" descr="Yippa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31520" y="2377440"/>
              <a:ext cx="548640" cy="548640"/>
            </a:xfrm>
            <a:prstGeom prst="rect">
              <a:avLst/>
            </a:prstGeom>
          </p:spPr>
        </p:pic>
        <p:sp>
          <p:nvSpPr>
            <p:cNvPr id="111" name="TextBox 110"/>
            <p:cNvSpPr txBox="1"/>
            <p:nvPr/>
          </p:nvSpPr>
          <p:spPr>
            <a:xfrm>
              <a:off x="694944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yippa</a:t>
              </a:r>
            </a:p>
          </p:txBody>
        </p:sp>
      </p:grpSp>
      <p:grpSp>
        <p:nvGrpSpPr>
          <p:cNvPr id="112" name="CR:Rhinoceros"/>
          <p:cNvGrpSpPr/>
          <p:nvPr/>
        </p:nvGrpSpPr>
        <p:grpSpPr>
          <a:xfrm>
            <a:off x="1316736" y="2377440"/>
            <a:ext cx="621792" cy="704088"/>
            <a:chOff x="1316736" y="2377440"/>
            <a:chExt cx="621792" cy="704088"/>
          </a:xfrm>
        </p:grpSpPr>
        <p:pic>
          <p:nvPicPr>
            <p:cNvPr id="113" name="Picture 112" descr="Rhinoceros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353312" y="2377440"/>
              <a:ext cx="548640" cy="548640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1316736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rhinoceros</a:t>
              </a:r>
            </a:p>
          </p:txBody>
        </p:sp>
      </p:grpSp>
      <p:grpSp>
        <p:nvGrpSpPr>
          <p:cNvPr id="115" name="CR:Elephant"/>
          <p:cNvGrpSpPr/>
          <p:nvPr/>
        </p:nvGrpSpPr>
        <p:grpSpPr>
          <a:xfrm>
            <a:off x="1938528" y="2377440"/>
            <a:ext cx="621792" cy="704088"/>
            <a:chOff x="1938528" y="2377440"/>
            <a:chExt cx="621792" cy="704088"/>
          </a:xfrm>
        </p:grpSpPr>
        <p:pic>
          <p:nvPicPr>
            <p:cNvPr id="116" name="Picture 115" descr="Elephant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975104" y="2377440"/>
              <a:ext cx="548640" cy="548640"/>
            </a:xfrm>
            <a:prstGeom prst="rect">
              <a:avLst/>
            </a:prstGeom>
          </p:spPr>
        </p:pic>
        <p:sp>
          <p:nvSpPr>
            <p:cNvPr id="117" name="TextBox 116"/>
            <p:cNvSpPr txBox="1"/>
            <p:nvPr/>
          </p:nvSpPr>
          <p:spPr>
            <a:xfrm>
              <a:off x="1938528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elephant</a:t>
              </a:r>
            </a:p>
          </p:txBody>
        </p:sp>
      </p:grpSp>
      <p:grpSp>
        <p:nvGrpSpPr>
          <p:cNvPr id="118" name="CR:JRWArthropleura"/>
          <p:cNvGrpSpPr/>
          <p:nvPr/>
        </p:nvGrpSpPr>
        <p:grpSpPr>
          <a:xfrm>
            <a:off x="2560320" y="2377440"/>
            <a:ext cx="621792" cy="704088"/>
            <a:chOff x="2560320" y="2377440"/>
            <a:chExt cx="621792" cy="704088"/>
          </a:xfrm>
        </p:grpSpPr>
        <p:pic>
          <p:nvPicPr>
            <p:cNvPr id="119" name="Picture 118" descr="Arthropleura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596896" y="2377440"/>
              <a:ext cx="548640" cy="548640"/>
            </a:xfrm>
            <a:prstGeom prst="rect">
              <a:avLst/>
            </a:prstGeom>
          </p:spPr>
        </p:pic>
        <p:sp>
          <p:nvSpPr>
            <p:cNvPr id="120" name="TextBox 119"/>
            <p:cNvSpPr txBox="1"/>
            <p:nvPr/>
          </p:nvSpPr>
          <p:spPr>
            <a:xfrm>
              <a:off x="2560320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Arthropleura</a:t>
              </a:r>
            </a:p>
          </p:txBody>
        </p:sp>
      </p:grpSp>
      <p:grpSp>
        <p:nvGrpSpPr>
          <p:cNvPr id="121" name="CR:Torton"/>
          <p:cNvGrpSpPr/>
          <p:nvPr/>
        </p:nvGrpSpPr>
        <p:grpSpPr>
          <a:xfrm>
            <a:off x="3182112" y="2377440"/>
            <a:ext cx="621792" cy="704088"/>
            <a:chOff x="3182112" y="2377440"/>
            <a:chExt cx="621792" cy="704088"/>
          </a:xfrm>
        </p:grpSpPr>
        <p:pic>
          <p:nvPicPr>
            <p:cNvPr id="122" name="Picture 121" descr="Torton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218688" y="2377440"/>
              <a:ext cx="548640" cy="548640"/>
            </a:xfrm>
            <a:prstGeom prst="rect">
              <a:avLst/>
            </a:prstGeom>
          </p:spPr>
        </p:pic>
        <p:sp>
          <p:nvSpPr>
            <p:cNvPr id="123" name="TextBox 122"/>
            <p:cNvSpPr txBox="1"/>
            <p:nvPr/>
          </p:nvSpPr>
          <p:spPr>
            <a:xfrm>
              <a:off x="318211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torton</a:t>
              </a:r>
            </a:p>
          </p:txBody>
        </p:sp>
      </p:grpSp>
      <p:sp>
        <p:nvSpPr>
          <p:cNvPr id="124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127" name="CR:Zakkeg"/>
          <p:cNvGrpSpPr/>
          <p:nvPr/>
        </p:nvGrpSpPr>
        <p:grpSpPr>
          <a:xfrm>
            <a:off x="73152" y="3346704"/>
            <a:ext cx="621792" cy="704088"/>
            <a:chOff x="73152" y="3346704"/>
            <a:chExt cx="621792" cy="704088"/>
          </a:xfrm>
        </p:grpSpPr>
        <p:pic>
          <p:nvPicPr>
            <p:cNvPr id="128" name="Picture 127" descr="Zakkeg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9728" y="3346704"/>
              <a:ext cx="548640" cy="548640"/>
            </a:xfrm>
            <a:prstGeom prst="rect">
              <a:avLst/>
            </a:prstGeom>
          </p:spPr>
        </p:pic>
        <p:sp>
          <p:nvSpPr>
            <p:cNvPr id="129" name="TextBox 128"/>
            <p:cNvSpPr txBox="1"/>
            <p:nvPr/>
          </p:nvSpPr>
          <p:spPr>
            <a:xfrm>
              <a:off x="73152" y="389534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zakkeg</a:t>
              </a:r>
            </a:p>
          </p:txBody>
        </p:sp>
      </p:grpSp>
      <p:sp>
        <p:nvSpPr>
          <p:cNvPr id="130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